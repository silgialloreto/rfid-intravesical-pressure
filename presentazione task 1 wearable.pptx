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6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461" r:id="rId2"/>
    <p:sldId id="463" r:id="rId3"/>
    <p:sldId id="462" r:id="rId4"/>
    <p:sldId id="464" r:id="rId5"/>
    <p:sldId id="465" r:id="rId6"/>
    <p:sldId id="466" r:id="rId7"/>
    <p:sldId id="469" r:id="rId8"/>
    <p:sldId id="478" r:id="rId9"/>
    <p:sldId id="479" r:id="rId10"/>
    <p:sldId id="471" r:id="rId11"/>
    <p:sldId id="261" r:id="rId12"/>
    <p:sldId id="473" r:id="rId13"/>
    <p:sldId id="264" r:id="rId14"/>
    <p:sldId id="265" r:id="rId15"/>
    <p:sldId id="483" r:id="rId16"/>
    <p:sldId id="484" r:id="rId17"/>
    <p:sldId id="487" r:id="rId18"/>
    <p:sldId id="486" r:id="rId19"/>
    <p:sldId id="481" r:id="rId20"/>
    <p:sldId id="489" r:id="rId21"/>
    <p:sldId id="490" r:id="rId22"/>
    <p:sldId id="494" r:id="rId23"/>
    <p:sldId id="493" r:id="rId24"/>
    <p:sldId id="492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CBAC6-03DC-4D15-BC18-E8FC13481631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DA062448-AE6E-4794-98E6-9C3C5A6C4CB0}">
      <dgm:prSet phldrT="[Testo]" custT="1"/>
      <dgm:spPr/>
      <dgm:t>
        <a:bodyPr/>
        <a:lstStyle/>
        <a:p>
          <a:r>
            <a:rPr lang="it-IT" sz="1800">
              <a:latin typeface="Times New Roman"/>
              <a:cs typeface="Times New Roman"/>
            </a:rPr>
            <a:t>Wireless, implantable, battery-free device</a:t>
          </a:r>
          <a:endParaRPr lang="it-IT" sz="1800"/>
        </a:p>
      </dgm:t>
    </dgm:pt>
    <dgm:pt modelId="{5687989A-A5CF-4505-ADCC-0768C172F363}" type="parTrans" cxnId="{F9EA3C1C-6E06-4B02-B56A-56E311B3F438}">
      <dgm:prSet/>
      <dgm:spPr/>
      <dgm:t>
        <a:bodyPr/>
        <a:lstStyle/>
        <a:p>
          <a:endParaRPr lang="it-IT"/>
        </a:p>
      </dgm:t>
    </dgm:pt>
    <dgm:pt modelId="{F356B1EE-1837-4B9B-A34A-60FC0C42C09A}" type="sibTrans" cxnId="{F9EA3C1C-6E06-4B02-B56A-56E311B3F438}">
      <dgm:prSet/>
      <dgm:spPr/>
      <dgm:t>
        <a:bodyPr/>
        <a:lstStyle/>
        <a:p>
          <a:endParaRPr lang="it-IT"/>
        </a:p>
      </dgm:t>
    </dgm:pt>
    <dgm:pt modelId="{769143CC-69D9-45E1-A49D-8E2AE7DD9F51}">
      <dgm:prSet phldrT="[Testo]" custT="1"/>
      <dgm:spPr/>
      <dgm:t>
        <a:bodyPr/>
        <a:lstStyle/>
        <a:p>
          <a:r>
            <a:rPr lang="it-IT" sz="1800">
              <a:latin typeface="Times New Roman"/>
              <a:cs typeface="Times New Roman"/>
            </a:rPr>
            <a:t>Stimulates the major pelvic ganglion to control bladder muscle contractions</a:t>
          </a:r>
          <a:endParaRPr lang="it-IT" sz="1800"/>
        </a:p>
      </dgm:t>
    </dgm:pt>
    <dgm:pt modelId="{AA2A1C57-1EF9-44D1-8497-8D9C3AD3D3CC}" type="parTrans" cxnId="{51FA7129-F291-4357-8D21-115C304521B3}">
      <dgm:prSet/>
      <dgm:spPr/>
      <dgm:t>
        <a:bodyPr/>
        <a:lstStyle/>
        <a:p>
          <a:endParaRPr lang="it-IT"/>
        </a:p>
      </dgm:t>
    </dgm:pt>
    <dgm:pt modelId="{E6400A34-9B66-4054-A13E-D69F27BD7CA6}" type="sibTrans" cxnId="{51FA7129-F291-4357-8D21-115C304521B3}">
      <dgm:prSet/>
      <dgm:spPr/>
      <dgm:t>
        <a:bodyPr/>
        <a:lstStyle/>
        <a:p>
          <a:endParaRPr lang="it-IT"/>
        </a:p>
      </dgm:t>
    </dgm:pt>
    <dgm:pt modelId="{AFC15305-BDA3-4EC3-B097-A1912CFC80C8}">
      <dgm:prSet phldrT="[Testo]" custT="1"/>
      <dgm:spPr/>
      <dgm:t>
        <a:bodyPr/>
        <a:lstStyle/>
        <a:p>
          <a:pPr rtl="0"/>
          <a:r>
            <a:rPr lang="it-IT" sz="1800">
              <a:latin typeface="Times New Roman"/>
              <a:cs typeface="Times New Roman"/>
            </a:rPr>
            <a:t>Alternative to conventional devices for treating urinary dysfunctions</a:t>
          </a:r>
          <a:endParaRPr lang="it-IT" sz="1800"/>
        </a:p>
      </dgm:t>
    </dgm:pt>
    <dgm:pt modelId="{837FC482-2DA9-4F90-91B6-6EBC583AE551}" type="parTrans" cxnId="{D40B4F12-3A79-400C-B053-97A3F64F7FC3}">
      <dgm:prSet/>
      <dgm:spPr/>
      <dgm:t>
        <a:bodyPr/>
        <a:lstStyle/>
        <a:p>
          <a:endParaRPr lang="it-IT"/>
        </a:p>
      </dgm:t>
    </dgm:pt>
    <dgm:pt modelId="{B16789B1-66A0-438D-B960-27A75C88BD00}" type="sibTrans" cxnId="{D40B4F12-3A79-400C-B053-97A3F64F7FC3}">
      <dgm:prSet/>
      <dgm:spPr/>
      <dgm:t>
        <a:bodyPr/>
        <a:lstStyle/>
        <a:p>
          <a:endParaRPr lang="it-IT"/>
        </a:p>
      </dgm:t>
    </dgm:pt>
    <dgm:pt modelId="{4AE36E33-467D-41AC-8E0B-2CCC0441E3D6}" type="pres">
      <dgm:prSet presAssocID="{40CCBAC6-03DC-4D15-BC18-E8FC13481631}" presName="Name0" presStyleCnt="0">
        <dgm:presLayoutVars>
          <dgm:dir/>
          <dgm:resizeHandles val="exact"/>
        </dgm:presLayoutVars>
      </dgm:prSet>
      <dgm:spPr/>
    </dgm:pt>
    <dgm:pt modelId="{B1028F52-BF14-4006-9AEF-287F8B996A3B}" type="pres">
      <dgm:prSet presAssocID="{DA062448-AE6E-4794-98E6-9C3C5A6C4CB0}" presName="compNode" presStyleCnt="0"/>
      <dgm:spPr/>
    </dgm:pt>
    <dgm:pt modelId="{FEA3F825-3E10-4DB0-9229-12386BA7EB62}" type="pres">
      <dgm:prSet presAssocID="{DA062448-AE6E-4794-98E6-9C3C5A6C4CB0}" presName="pictRect" presStyleLbl="node1" presStyleIdx="0" presStyleCnt="3" custScaleX="36240" custScaleY="52257" custLinFactNeighborX="477" custLinFactNeighborY="-1347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6944855B-D5B3-47F6-9528-B31098409586}" type="pres">
      <dgm:prSet presAssocID="{DA062448-AE6E-4794-98E6-9C3C5A6C4CB0}" presName="textRect" presStyleLbl="revTx" presStyleIdx="0" presStyleCnt="3" custScaleX="65849" custScaleY="80485" custLinFactNeighborX="472" custLinFactNeighborY="-25672">
        <dgm:presLayoutVars>
          <dgm:bulletEnabled val="1"/>
        </dgm:presLayoutVars>
      </dgm:prSet>
      <dgm:spPr/>
    </dgm:pt>
    <dgm:pt modelId="{C91C367A-646F-48EB-AC9C-78EFD3956301}" type="pres">
      <dgm:prSet presAssocID="{F356B1EE-1837-4B9B-A34A-60FC0C42C09A}" presName="sibTrans" presStyleLbl="sibTrans2D1" presStyleIdx="0" presStyleCnt="0"/>
      <dgm:spPr/>
    </dgm:pt>
    <dgm:pt modelId="{1006677F-EFEC-4B8F-9438-C7662FC5E72B}" type="pres">
      <dgm:prSet presAssocID="{769143CC-69D9-45E1-A49D-8E2AE7DD9F51}" presName="compNode" presStyleCnt="0"/>
      <dgm:spPr/>
    </dgm:pt>
    <dgm:pt modelId="{B2AB5A8E-3460-42B7-8B20-46D9B8327E82}" type="pres">
      <dgm:prSet presAssocID="{769143CC-69D9-45E1-A49D-8E2AE7DD9F51}" presName="pictRect" presStyleLbl="node1" presStyleIdx="1" presStyleCnt="3" custScaleX="34441" custScaleY="52257" custLinFactNeighborX="142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rvo con riempimento a tinta unita"/>
        </a:ext>
      </dgm:extLst>
    </dgm:pt>
    <dgm:pt modelId="{57FEDDF4-7938-4EED-8D16-60D7638884A4}" type="pres">
      <dgm:prSet presAssocID="{769143CC-69D9-45E1-A49D-8E2AE7DD9F51}" presName="textRect" presStyleLbl="revTx" presStyleIdx="1" presStyleCnt="3" custScaleX="65849" custScaleY="80485" custLinFactNeighborX="-1088" custLinFactNeighborY="-25672">
        <dgm:presLayoutVars>
          <dgm:bulletEnabled val="1"/>
        </dgm:presLayoutVars>
      </dgm:prSet>
      <dgm:spPr/>
    </dgm:pt>
    <dgm:pt modelId="{F9DA2FAC-A5BA-4706-AE2D-F18CB4A561BA}" type="pres">
      <dgm:prSet presAssocID="{E6400A34-9B66-4054-A13E-D69F27BD7CA6}" presName="sibTrans" presStyleLbl="sibTrans2D1" presStyleIdx="0" presStyleCnt="0"/>
      <dgm:spPr/>
    </dgm:pt>
    <dgm:pt modelId="{F8824B63-A8AF-466B-9B02-0DE490EB0F80}" type="pres">
      <dgm:prSet presAssocID="{AFC15305-BDA3-4EC3-B097-A1912CFC80C8}" presName="compNode" presStyleCnt="0"/>
      <dgm:spPr/>
    </dgm:pt>
    <dgm:pt modelId="{CCB24F6D-AE76-4FFE-A14C-A4FA6BCA2BAF}" type="pres">
      <dgm:prSet presAssocID="{AFC15305-BDA3-4EC3-B097-A1912CFC80C8}" presName="pictRect" presStyleLbl="node1" presStyleIdx="2" presStyleCnt="3" custScaleX="35900" custScaleY="52257" custLinFactNeighborX="142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o con riempimento a tinta unita"/>
        </a:ext>
      </dgm:extLst>
    </dgm:pt>
    <dgm:pt modelId="{8D961600-B3D5-47AE-BBC4-0CE100712672}" type="pres">
      <dgm:prSet presAssocID="{AFC15305-BDA3-4EC3-B097-A1912CFC80C8}" presName="textRect" presStyleLbl="revTx" presStyleIdx="2" presStyleCnt="3" custScaleX="65849" custScaleY="80485" custLinFactNeighborX="560" custLinFactNeighborY="-25672">
        <dgm:presLayoutVars>
          <dgm:bulletEnabled val="1"/>
        </dgm:presLayoutVars>
      </dgm:prSet>
      <dgm:spPr/>
    </dgm:pt>
  </dgm:ptLst>
  <dgm:cxnLst>
    <dgm:cxn modelId="{AEC15F0C-7D74-4289-B544-BAD302ECA3AE}" type="presOf" srcId="{AFC15305-BDA3-4EC3-B097-A1912CFC80C8}" destId="{8D961600-B3D5-47AE-BBC4-0CE100712672}" srcOrd="0" destOrd="0" presId="urn:microsoft.com/office/officeart/2005/8/layout/pList1"/>
    <dgm:cxn modelId="{D40B4F12-3A79-400C-B053-97A3F64F7FC3}" srcId="{40CCBAC6-03DC-4D15-BC18-E8FC13481631}" destId="{AFC15305-BDA3-4EC3-B097-A1912CFC80C8}" srcOrd="2" destOrd="0" parTransId="{837FC482-2DA9-4F90-91B6-6EBC583AE551}" sibTransId="{B16789B1-66A0-438D-B960-27A75C88BD00}"/>
    <dgm:cxn modelId="{F9EA3C1C-6E06-4B02-B56A-56E311B3F438}" srcId="{40CCBAC6-03DC-4D15-BC18-E8FC13481631}" destId="{DA062448-AE6E-4794-98E6-9C3C5A6C4CB0}" srcOrd="0" destOrd="0" parTransId="{5687989A-A5CF-4505-ADCC-0768C172F363}" sibTransId="{F356B1EE-1837-4B9B-A34A-60FC0C42C09A}"/>
    <dgm:cxn modelId="{51FA7129-F291-4357-8D21-115C304521B3}" srcId="{40CCBAC6-03DC-4D15-BC18-E8FC13481631}" destId="{769143CC-69D9-45E1-A49D-8E2AE7DD9F51}" srcOrd="1" destOrd="0" parTransId="{AA2A1C57-1EF9-44D1-8497-8D9C3AD3D3CC}" sibTransId="{E6400A34-9B66-4054-A13E-D69F27BD7CA6}"/>
    <dgm:cxn modelId="{8B627932-12DD-40C9-8A06-4064EEB93B2A}" type="presOf" srcId="{DA062448-AE6E-4794-98E6-9C3C5A6C4CB0}" destId="{6944855B-D5B3-47F6-9528-B31098409586}" srcOrd="0" destOrd="0" presId="urn:microsoft.com/office/officeart/2005/8/layout/pList1"/>
    <dgm:cxn modelId="{8E2C2746-EBF7-416A-8A0B-FA6BA82E3294}" type="presOf" srcId="{E6400A34-9B66-4054-A13E-D69F27BD7CA6}" destId="{F9DA2FAC-A5BA-4706-AE2D-F18CB4A561BA}" srcOrd="0" destOrd="0" presId="urn:microsoft.com/office/officeart/2005/8/layout/pList1"/>
    <dgm:cxn modelId="{526C0D71-DE8A-4C1A-B142-8D1222219134}" type="presOf" srcId="{40CCBAC6-03DC-4D15-BC18-E8FC13481631}" destId="{4AE36E33-467D-41AC-8E0B-2CCC0441E3D6}" srcOrd="0" destOrd="0" presId="urn:microsoft.com/office/officeart/2005/8/layout/pList1"/>
    <dgm:cxn modelId="{F2C17C9E-049B-42D5-98F4-DE06EEBE0798}" type="presOf" srcId="{769143CC-69D9-45E1-A49D-8E2AE7DD9F51}" destId="{57FEDDF4-7938-4EED-8D16-60D7638884A4}" srcOrd="0" destOrd="0" presId="urn:microsoft.com/office/officeart/2005/8/layout/pList1"/>
    <dgm:cxn modelId="{900A78E9-D934-49AE-AC98-A1B8DE0E7825}" type="presOf" srcId="{F356B1EE-1837-4B9B-A34A-60FC0C42C09A}" destId="{C91C367A-646F-48EB-AC9C-78EFD3956301}" srcOrd="0" destOrd="0" presId="urn:microsoft.com/office/officeart/2005/8/layout/pList1"/>
    <dgm:cxn modelId="{F8AEE7FA-420E-4AF9-944E-0A65A16BBE3D}" type="presParOf" srcId="{4AE36E33-467D-41AC-8E0B-2CCC0441E3D6}" destId="{B1028F52-BF14-4006-9AEF-287F8B996A3B}" srcOrd="0" destOrd="0" presId="urn:microsoft.com/office/officeart/2005/8/layout/pList1"/>
    <dgm:cxn modelId="{A2A01855-9CC4-4D85-94CA-A8FD018CE49F}" type="presParOf" srcId="{B1028F52-BF14-4006-9AEF-287F8B996A3B}" destId="{FEA3F825-3E10-4DB0-9229-12386BA7EB62}" srcOrd="0" destOrd="0" presId="urn:microsoft.com/office/officeart/2005/8/layout/pList1"/>
    <dgm:cxn modelId="{7BFD79D5-AAA3-4751-8DA6-CD3A8200A175}" type="presParOf" srcId="{B1028F52-BF14-4006-9AEF-287F8B996A3B}" destId="{6944855B-D5B3-47F6-9528-B31098409586}" srcOrd="1" destOrd="0" presId="urn:microsoft.com/office/officeart/2005/8/layout/pList1"/>
    <dgm:cxn modelId="{B3AD7A90-8F2E-4A8D-8304-1E230F31E7DB}" type="presParOf" srcId="{4AE36E33-467D-41AC-8E0B-2CCC0441E3D6}" destId="{C91C367A-646F-48EB-AC9C-78EFD3956301}" srcOrd="1" destOrd="0" presId="urn:microsoft.com/office/officeart/2005/8/layout/pList1"/>
    <dgm:cxn modelId="{88B3B657-3CEF-4FC5-981A-5F800E640ED4}" type="presParOf" srcId="{4AE36E33-467D-41AC-8E0B-2CCC0441E3D6}" destId="{1006677F-EFEC-4B8F-9438-C7662FC5E72B}" srcOrd="2" destOrd="0" presId="urn:microsoft.com/office/officeart/2005/8/layout/pList1"/>
    <dgm:cxn modelId="{BAE5B8F5-A250-49B2-92D9-E28C8FAFF0DB}" type="presParOf" srcId="{1006677F-EFEC-4B8F-9438-C7662FC5E72B}" destId="{B2AB5A8E-3460-42B7-8B20-46D9B8327E82}" srcOrd="0" destOrd="0" presId="urn:microsoft.com/office/officeart/2005/8/layout/pList1"/>
    <dgm:cxn modelId="{BBF90DE1-74D7-4423-A236-D187AC2E66DE}" type="presParOf" srcId="{1006677F-EFEC-4B8F-9438-C7662FC5E72B}" destId="{57FEDDF4-7938-4EED-8D16-60D7638884A4}" srcOrd="1" destOrd="0" presId="urn:microsoft.com/office/officeart/2005/8/layout/pList1"/>
    <dgm:cxn modelId="{595BBE16-E770-481C-92E3-2213E26F2F23}" type="presParOf" srcId="{4AE36E33-467D-41AC-8E0B-2CCC0441E3D6}" destId="{F9DA2FAC-A5BA-4706-AE2D-F18CB4A561BA}" srcOrd="3" destOrd="0" presId="urn:microsoft.com/office/officeart/2005/8/layout/pList1"/>
    <dgm:cxn modelId="{FF5CCADE-6925-4CF8-9870-5A546B60B5EB}" type="presParOf" srcId="{4AE36E33-467D-41AC-8E0B-2CCC0441E3D6}" destId="{F8824B63-A8AF-466B-9B02-0DE490EB0F80}" srcOrd="4" destOrd="0" presId="urn:microsoft.com/office/officeart/2005/8/layout/pList1"/>
    <dgm:cxn modelId="{5D484741-93CE-4191-B994-8C4254A8B6D0}" type="presParOf" srcId="{F8824B63-A8AF-466B-9B02-0DE490EB0F80}" destId="{CCB24F6D-AE76-4FFE-A14C-A4FA6BCA2BAF}" srcOrd="0" destOrd="0" presId="urn:microsoft.com/office/officeart/2005/8/layout/pList1"/>
    <dgm:cxn modelId="{12CB398D-8610-4993-B6FE-F6E1E1128B89}" type="presParOf" srcId="{F8824B63-A8AF-466B-9B02-0DE490EB0F80}" destId="{8D961600-B3D5-47AE-BBC4-0CE100712672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7F8622-5901-45CA-BBA1-9F1B771A577B}" type="doc">
      <dgm:prSet loTypeId="urn:microsoft.com/office/officeart/2005/8/layout/list1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it-IT"/>
        </a:p>
      </dgm:t>
    </dgm:pt>
    <dgm:pt modelId="{3983F131-E318-40B1-84F1-DF91056984F2}">
      <dgm:prSet phldrT="[Testo]" phldr="0"/>
      <dgm:spPr/>
      <dgm:t>
        <a:bodyPr/>
        <a:lstStyle/>
        <a:p>
          <a:r>
            <a:rPr lang="it-IT" dirty="0">
              <a:latin typeface="Times New Roman"/>
              <a:cs typeface="Times New Roman"/>
            </a:rPr>
            <a:t>Location</a:t>
          </a:r>
        </a:p>
      </dgm:t>
    </dgm:pt>
    <dgm:pt modelId="{A7930C9C-3A8C-4048-B11A-668016B9AB83}" type="parTrans" cxnId="{99029FD3-3911-4864-8F94-FE17E4699254}">
      <dgm:prSet/>
      <dgm:spPr/>
      <dgm:t>
        <a:bodyPr/>
        <a:lstStyle/>
        <a:p>
          <a:endParaRPr lang="it-IT"/>
        </a:p>
      </dgm:t>
    </dgm:pt>
    <dgm:pt modelId="{A24D752B-20AE-46CB-BA03-332979706F3D}" type="sibTrans" cxnId="{99029FD3-3911-4864-8F94-FE17E4699254}">
      <dgm:prSet/>
      <dgm:spPr/>
      <dgm:t>
        <a:bodyPr/>
        <a:lstStyle/>
        <a:p>
          <a:endParaRPr lang="it-IT"/>
        </a:p>
      </dgm:t>
    </dgm:pt>
    <dgm:pt modelId="{900B547C-799E-4C61-8254-17E5C755351F}">
      <dgm:prSet phldrT="[Testo]"/>
      <dgm:spPr/>
      <dgm:t>
        <a:bodyPr/>
        <a:lstStyle/>
        <a:p>
          <a:r>
            <a:rPr lang="it-IT">
              <a:latin typeface="Times New Roman"/>
              <a:cs typeface="Times New Roman"/>
            </a:rPr>
            <a:t>Subcutaneous implantation in the abdomen near the MPG</a:t>
          </a:r>
        </a:p>
      </dgm:t>
    </dgm:pt>
    <dgm:pt modelId="{FF463218-6BA2-470A-9ADE-427650879617}" type="parTrans" cxnId="{05C985C0-D4D5-4C0F-971F-ABC699F14180}">
      <dgm:prSet/>
      <dgm:spPr/>
      <dgm:t>
        <a:bodyPr/>
        <a:lstStyle/>
        <a:p>
          <a:endParaRPr lang="it-IT"/>
        </a:p>
      </dgm:t>
    </dgm:pt>
    <dgm:pt modelId="{3E98E7D9-8D22-404D-A849-364E6273F319}" type="sibTrans" cxnId="{05C985C0-D4D5-4C0F-971F-ABC699F14180}">
      <dgm:prSet/>
      <dgm:spPr/>
      <dgm:t>
        <a:bodyPr/>
        <a:lstStyle/>
        <a:p>
          <a:endParaRPr lang="it-IT"/>
        </a:p>
      </dgm:t>
    </dgm:pt>
    <dgm:pt modelId="{FFA014F4-6F50-4FB2-A9D3-102FBCDC35AF}">
      <dgm:prSet phldrT="[Testo]"/>
      <dgm:spPr/>
      <dgm:t>
        <a:bodyPr/>
        <a:lstStyle/>
        <a:p>
          <a:r>
            <a:rPr lang="it-IT">
              <a:latin typeface="Times New Roman"/>
              <a:cs typeface="Times New Roman"/>
            </a:rPr>
            <a:t>Fixed in place using sutures and biocompatible adhesives</a:t>
          </a:r>
          <a:endParaRPr lang="it-IT"/>
        </a:p>
      </dgm:t>
    </dgm:pt>
    <dgm:pt modelId="{A68634B3-FEA9-4AA5-9CED-49A996983C0C}" type="parTrans" cxnId="{2239D100-FB1D-4ED0-AA72-DEC84A7CF038}">
      <dgm:prSet/>
      <dgm:spPr/>
      <dgm:t>
        <a:bodyPr/>
        <a:lstStyle/>
        <a:p>
          <a:endParaRPr lang="it-IT"/>
        </a:p>
      </dgm:t>
    </dgm:pt>
    <dgm:pt modelId="{D6E4B8CB-4846-40D2-A790-9ED40F823BD1}" type="sibTrans" cxnId="{2239D100-FB1D-4ED0-AA72-DEC84A7CF038}">
      <dgm:prSet/>
      <dgm:spPr/>
      <dgm:t>
        <a:bodyPr/>
        <a:lstStyle/>
        <a:p>
          <a:endParaRPr lang="it-IT"/>
        </a:p>
      </dgm:t>
    </dgm:pt>
    <dgm:pt modelId="{20FA5662-C68F-4E01-86D8-160E67DEDB4E}">
      <dgm:prSet phldrT="[Testo]"/>
      <dgm:spPr/>
      <dgm:t>
        <a:bodyPr/>
        <a:lstStyle/>
        <a:p>
          <a:r>
            <a:rPr lang="it-IT">
              <a:latin typeface="Times New Roman"/>
              <a:cs typeface="Times New Roman"/>
            </a:rPr>
            <a:t>Size and Weight</a:t>
          </a:r>
          <a:endParaRPr lang="it-IT"/>
        </a:p>
      </dgm:t>
    </dgm:pt>
    <dgm:pt modelId="{3AD3CAD3-EB7B-431C-82BA-BB3D37507FEA}" type="parTrans" cxnId="{F52255ED-4093-4F86-AD5D-F0BC50322438}">
      <dgm:prSet/>
      <dgm:spPr/>
      <dgm:t>
        <a:bodyPr/>
        <a:lstStyle/>
        <a:p>
          <a:endParaRPr lang="it-IT"/>
        </a:p>
      </dgm:t>
    </dgm:pt>
    <dgm:pt modelId="{CE3E992D-BCD1-420D-9A52-AC479560C828}" type="sibTrans" cxnId="{F52255ED-4093-4F86-AD5D-F0BC50322438}">
      <dgm:prSet/>
      <dgm:spPr/>
      <dgm:t>
        <a:bodyPr/>
        <a:lstStyle/>
        <a:p>
          <a:endParaRPr lang="it-IT"/>
        </a:p>
      </dgm:t>
    </dgm:pt>
    <dgm:pt modelId="{B095DD05-AE1D-47A9-8CEA-9E34C869C563}">
      <dgm:prSet phldrT="[Testo]"/>
      <dgm:spPr/>
      <dgm:t>
        <a:bodyPr/>
        <a:lstStyle/>
        <a:p>
          <a:r>
            <a:rPr lang="it-IT">
              <a:latin typeface="Times New Roman" panose="02020603050405020304" pitchFamily="18" charset="0"/>
              <a:cs typeface="Times New Roman" panose="02020603050405020304" pitchFamily="18" charset="0"/>
            </a:rPr>
            <a:t>1x1x0,1 cm </a:t>
          </a:r>
        </a:p>
      </dgm:t>
    </dgm:pt>
    <dgm:pt modelId="{03915398-244D-4D37-87E9-9BD2DBB97B9E}" type="parTrans" cxnId="{3E13A257-1C93-45D7-A503-92327279ACE3}">
      <dgm:prSet/>
      <dgm:spPr/>
      <dgm:t>
        <a:bodyPr/>
        <a:lstStyle/>
        <a:p>
          <a:endParaRPr lang="it-IT"/>
        </a:p>
      </dgm:t>
    </dgm:pt>
    <dgm:pt modelId="{505AE146-E09B-4960-9BE3-15D7EEAD695F}" type="sibTrans" cxnId="{3E13A257-1C93-45D7-A503-92327279ACE3}">
      <dgm:prSet/>
      <dgm:spPr/>
      <dgm:t>
        <a:bodyPr/>
        <a:lstStyle/>
        <a:p>
          <a:endParaRPr lang="it-IT"/>
        </a:p>
      </dgm:t>
    </dgm:pt>
    <dgm:pt modelId="{428ECE5D-2895-4F9A-84EF-A409EE2CA2E5}">
      <dgm:prSet phldrT="[Testo]"/>
      <dgm:spPr/>
      <dgm:t>
        <a:bodyPr/>
        <a:lstStyle/>
        <a:p>
          <a:r>
            <a:rPr lang="it-IT">
              <a:latin typeface="Times New Roman" panose="02020603050405020304" pitchFamily="18" charset="0"/>
              <a:cs typeface="Times New Roman" panose="02020603050405020304" pitchFamily="18" charset="0"/>
            </a:rPr>
            <a:t>&lt;0,2 gr</a:t>
          </a:r>
        </a:p>
      </dgm:t>
    </dgm:pt>
    <dgm:pt modelId="{8B5517D1-5DA7-4A3D-B9B9-898CE406F71A}" type="parTrans" cxnId="{48700933-8C1F-413F-BF2C-4094F0266922}">
      <dgm:prSet/>
      <dgm:spPr/>
      <dgm:t>
        <a:bodyPr/>
        <a:lstStyle/>
        <a:p>
          <a:endParaRPr lang="it-IT"/>
        </a:p>
      </dgm:t>
    </dgm:pt>
    <dgm:pt modelId="{AB6B5C58-B3B2-44DB-A861-D8B65FB6FFAF}" type="sibTrans" cxnId="{48700933-8C1F-413F-BF2C-4094F0266922}">
      <dgm:prSet/>
      <dgm:spPr/>
      <dgm:t>
        <a:bodyPr/>
        <a:lstStyle/>
        <a:p>
          <a:endParaRPr lang="it-IT"/>
        </a:p>
      </dgm:t>
    </dgm:pt>
    <dgm:pt modelId="{FFE01847-940B-47C6-940A-DBE0E46C551D}">
      <dgm:prSet phldrT="[Testo]"/>
      <dgm:spPr/>
      <dgm:t>
        <a:bodyPr/>
        <a:lstStyle/>
        <a:p>
          <a:r>
            <a:rPr lang="it-IT">
              <a:latin typeface="Times New Roman"/>
              <a:cs typeface="Times New Roman"/>
            </a:rPr>
            <a:t>Material </a:t>
          </a:r>
        </a:p>
      </dgm:t>
    </dgm:pt>
    <dgm:pt modelId="{9F454543-9B74-4B05-ABA6-D0D4F1394800}" type="parTrans" cxnId="{02C1B4AA-1C83-4734-8FFD-52A834093A4B}">
      <dgm:prSet/>
      <dgm:spPr/>
      <dgm:t>
        <a:bodyPr/>
        <a:lstStyle/>
        <a:p>
          <a:endParaRPr lang="it-IT"/>
        </a:p>
      </dgm:t>
    </dgm:pt>
    <dgm:pt modelId="{B678256F-1D68-4FF2-825D-E5C8A59A1FE2}" type="sibTrans" cxnId="{02C1B4AA-1C83-4734-8FFD-52A834093A4B}">
      <dgm:prSet/>
      <dgm:spPr/>
      <dgm:t>
        <a:bodyPr/>
        <a:lstStyle/>
        <a:p>
          <a:endParaRPr lang="it-IT"/>
        </a:p>
      </dgm:t>
    </dgm:pt>
    <dgm:pt modelId="{4879C9EB-6898-435B-B798-CE207E650376}">
      <dgm:prSet phldrT="[Testo]"/>
      <dgm:spPr/>
      <dgm:t>
        <a:bodyPr/>
        <a:lstStyle/>
        <a:p>
          <a:r>
            <a:rPr lang="it-IT" dirty="0" err="1">
              <a:latin typeface="Times New Roman"/>
              <a:cs typeface="Times New Roman"/>
            </a:rPr>
            <a:t>Encapsulation</a:t>
          </a:r>
          <a:r>
            <a:rPr lang="it-IT" dirty="0">
              <a:latin typeface="Times New Roman"/>
              <a:cs typeface="Times New Roman"/>
            </a:rPr>
            <a:t> with a double </a:t>
          </a:r>
          <a:r>
            <a:rPr lang="it-IT" dirty="0" err="1">
              <a:latin typeface="Times New Roman"/>
              <a:cs typeface="Times New Roman"/>
            </a:rPr>
            <a:t>layer</a:t>
          </a:r>
          <a:r>
            <a:rPr lang="it-IT" dirty="0">
              <a:latin typeface="Times New Roman"/>
              <a:cs typeface="Times New Roman"/>
            </a:rPr>
            <a:t> of PDMS (20–200 </a:t>
          </a:r>
          <a:r>
            <a:rPr lang="it-IT" dirty="0" err="1">
              <a:latin typeface="Times New Roman"/>
              <a:cs typeface="Times New Roman"/>
            </a:rPr>
            <a:t>μm</a:t>
          </a:r>
          <a:r>
            <a:rPr lang="it-IT" dirty="0">
              <a:latin typeface="Times New Roman"/>
              <a:cs typeface="Times New Roman"/>
            </a:rPr>
            <a:t>)</a:t>
          </a:r>
        </a:p>
      </dgm:t>
    </dgm:pt>
    <dgm:pt modelId="{6B6E5AAC-CF75-4FE2-9185-72BB3052B293}" type="parTrans" cxnId="{FCFB43CA-5F57-49C4-95C1-4B96CFAF70AA}">
      <dgm:prSet/>
      <dgm:spPr/>
      <dgm:t>
        <a:bodyPr/>
        <a:lstStyle/>
        <a:p>
          <a:endParaRPr lang="it-IT"/>
        </a:p>
      </dgm:t>
    </dgm:pt>
    <dgm:pt modelId="{FDA0A4CF-E5EB-49D4-AECC-E2925221BB26}" type="sibTrans" cxnId="{FCFB43CA-5F57-49C4-95C1-4B96CFAF70AA}">
      <dgm:prSet/>
      <dgm:spPr/>
      <dgm:t>
        <a:bodyPr/>
        <a:lstStyle/>
        <a:p>
          <a:endParaRPr lang="it-IT"/>
        </a:p>
      </dgm:t>
    </dgm:pt>
    <dgm:pt modelId="{B11A7218-4B52-4CB8-ADB3-FBE237CDE937}" type="pres">
      <dgm:prSet presAssocID="{D17F8622-5901-45CA-BBA1-9F1B771A577B}" presName="linear" presStyleCnt="0">
        <dgm:presLayoutVars>
          <dgm:dir/>
          <dgm:animLvl val="lvl"/>
          <dgm:resizeHandles val="exact"/>
        </dgm:presLayoutVars>
      </dgm:prSet>
      <dgm:spPr/>
    </dgm:pt>
    <dgm:pt modelId="{E6DDA890-C460-47FD-8A6F-8704D194E97B}" type="pres">
      <dgm:prSet presAssocID="{3983F131-E318-40B1-84F1-DF91056984F2}" presName="parentLin" presStyleCnt="0"/>
      <dgm:spPr/>
    </dgm:pt>
    <dgm:pt modelId="{2445A69C-D963-4B84-9F6B-3D6531386EF6}" type="pres">
      <dgm:prSet presAssocID="{3983F131-E318-40B1-84F1-DF91056984F2}" presName="parentLeftMargin" presStyleLbl="node1" presStyleIdx="0" presStyleCnt="3"/>
      <dgm:spPr/>
    </dgm:pt>
    <dgm:pt modelId="{ED276516-80FB-41EC-9B37-F53B768AA1C9}" type="pres">
      <dgm:prSet presAssocID="{3983F131-E318-40B1-84F1-DF91056984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9C669A-C405-4042-9D98-7A76DFDCD522}" type="pres">
      <dgm:prSet presAssocID="{3983F131-E318-40B1-84F1-DF91056984F2}" presName="negativeSpace" presStyleCnt="0"/>
      <dgm:spPr/>
    </dgm:pt>
    <dgm:pt modelId="{376D24E1-0A73-4D21-B4D5-AFB5C5F32CBC}" type="pres">
      <dgm:prSet presAssocID="{3983F131-E318-40B1-84F1-DF91056984F2}" presName="childText" presStyleLbl="conFgAcc1" presStyleIdx="0" presStyleCnt="3">
        <dgm:presLayoutVars>
          <dgm:bulletEnabled val="1"/>
        </dgm:presLayoutVars>
      </dgm:prSet>
      <dgm:spPr/>
    </dgm:pt>
    <dgm:pt modelId="{3EC200F1-2DA0-403E-B6A3-685A7C8F6D22}" type="pres">
      <dgm:prSet presAssocID="{A24D752B-20AE-46CB-BA03-332979706F3D}" presName="spaceBetweenRectangles" presStyleCnt="0"/>
      <dgm:spPr/>
    </dgm:pt>
    <dgm:pt modelId="{A55F9C3A-5E30-4E1B-91A4-A2110B4A5995}" type="pres">
      <dgm:prSet presAssocID="{20FA5662-C68F-4E01-86D8-160E67DEDB4E}" presName="parentLin" presStyleCnt="0"/>
      <dgm:spPr/>
    </dgm:pt>
    <dgm:pt modelId="{1C5525F5-B443-4B17-9D84-769769AAFDE1}" type="pres">
      <dgm:prSet presAssocID="{20FA5662-C68F-4E01-86D8-160E67DEDB4E}" presName="parentLeftMargin" presStyleLbl="node1" presStyleIdx="0" presStyleCnt="3"/>
      <dgm:spPr/>
    </dgm:pt>
    <dgm:pt modelId="{E6108174-6214-49D8-A1F9-16E10272E51B}" type="pres">
      <dgm:prSet presAssocID="{20FA5662-C68F-4E01-86D8-160E67DEDB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9F67E7-455E-4A29-A6B9-80731285D115}" type="pres">
      <dgm:prSet presAssocID="{20FA5662-C68F-4E01-86D8-160E67DEDB4E}" presName="negativeSpace" presStyleCnt="0"/>
      <dgm:spPr/>
    </dgm:pt>
    <dgm:pt modelId="{2AB41CF6-2D3D-4258-93E9-A10DEE152797}" type="pres">
      <dgm:prSet presAssocID="{20FA5662-C68F-4E01-86D8-160E67DEDB4E}" presName="childText" presStyleLbl="conFgAcc1" presStyleIdx="1" presStyleCnt="3">
        <dgm:presLayoutVars>
          <dgm:bulletEnabled val="1"/>
        </dgm:presLayoutVars>
      </dgm:prSet>
      <dgm:spPr/>
    </dgm:pt>
    <dgm:pt modelId="{03EB2B5B-6AA5-4599-9D11-E73F905BC2E4}" type="pres">
      <dgm:prSet presAssocID="{CE3E992D-BCD1-420D-9A52-AC479560C828}" presName="spaceBetweenRectangles" presStyleCnt="0"/>
      <dgm:spPr/>
    </dgm:pt>
    <dgm:pt modelId="{C9BCA19D-8F26-4876-AC0C-A11AA138C4CA}" type="pres">
      <dgm:prSet presAssocID="{FFE01847-940B-47C6-940A-DBE0E46C551D}" presName="parentLin" presStyleCnt="0"/>
      <dgm:spPr/>
    </dgm:pt>
    <dgm:pt modelId="{192F9648-CC20-4866-8FDB-874C27687D21}" type="pres">
      <dgm:prSet presAssocID="{FFE01847-940B-47C6-940A-DBE0E46C551D}" presName="parentLeftMargin" presStyleLbl="node1" presStyleIdx="1" presStyleCnt="3"/>
      <dgm:spPr/>
    </dgm:pt>
    <dgm:pt modelId="{278761BB-C477-40BA-B024-F39153D7245D}" type="pres">
      <dgm:prSet presAssocID="{FFE01847-940B-47C6-940A-DBE0E46C551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9C7E4B2-8872-4F06-A6A3-A5A598AB8EF9}" type="pres">
      <dgm:prSet presAssocID="{FFE01847-940B-47C6-940A-DBE0E46C551D}" presName="negativeSpace" presStyleCnt="0"/>
      <dgm:spPr/>
    </dgm:pt>
    <dgm:pt modelId="{8AFF6558-F6C4-4E81-9B8E-FF2F12595EF8}" type="pres">
      <dgm:prSet presAssocID="{FFE01847-940B-47C6-940A-DBE0E46C551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39D100-FB1D-4ED0-AA72-DEC84A7CF038}" srcId="{3983F131-E318-40B1-84F1-DF91056984F2}" destId="{FFA014F4-6F50-4FB2-A9D3-102FBCDC35AF}" srcOrd="1" destOrd="0" parTransId="{A68634B3-FEA9-4AA5-9CED-49A996983C0C}" sibTransId="{D6E4B8CB-4846-40D2-A790-9ED40F823BD1}"/>
    <dgm:cxn modelId="{A9B44523-211F-4BD1-B79C-57FFBD38BB0C}" type="presOf" srcId="{3983F131-E318-40B1-84F1-DF91056984F2}" destId="{2445A69C-D963-4B84-9F6B-3D6531386EF6}" srcOrd="0" destOrd="0" presId="urn:microsoft.com/office/officeart/2005/8/layout/list1"/>
    <dgm:cxn modelId="{48700933-8C1F-413F-BF2C-4094F0266922}" srcId="{20FA5662-C68F-4E01-86D8-160E67DEDB4E}" destId="{428ECE5D-2895-4F9A-84EF-A409EE2CA2E5}" srcOrd="1" destOrd="0" parTransId="{8B5517D1-5DA7-4A3D-B9B9-898CE406F71A}" sibTransId="{AB6B5C58-B3B2-44DB-A861-D8B65FB6FFAF}"/>
    <dgm:cxn modelId="{3E13A257-1C93-45D7-A503-92327279ACE3}" srcId="{20FA5662-C68F-4E01-86D8-160E67DEDB4E}" destId="{B095DD05-AE1D-47A9-8CEA-9E34C869C563}" srcOrd="0" destOrd="0" parTransId="{03915398-244D-4D37-87E9-9BD2DBB97B9E}" sibTransId="{505AE146-E09B-4960-9BE3-15D7EEAD695F}"/>
    <dgm:cxn modelId="{C3687778-9E59-4D20-AC2D-A9DEFF3110BE}" type="presOf" srcId="{B095DD05-AE1D-47A9-8CEA-9E34C869C563}" destId="{2AB41CF6-2D3D-4258-93E9-A10DEE152797}" srcOrd="0" destOrd="0" presId="urn:microsoft.com/office/officeart/2005/8/layout/list1"/>
    <dgm:cxn modelId="{2E517A7D-1866-47D3-9815-B582BC0CA6CF}" type="presOf" srcId="{FFE01847-940B-47C6-940A-DBE0E46C551D}" destId="{192F9648-CC20-4866-8FDB-874C27687D21}" srcOrd="0" destOrd="0" presId="urn:microsoft.com/office/officeart/2005/8/layout/list1"/>
    <dgm:cxn modelId="{EC04BC84-00CA-4323-BCF9-4D3454710D8E}" type="presOf" srcId="{20FA5662-C68F-4E01-86D8-160E67DEDB4E}" destId="{1C5525F5-B443-4B17-9D84-769769AAFDE1}" srcOrd="0" destOrd="0" presId="urn:microsoft.com/office/officeart/2005/8/layout/list1"/>
    <dgm:cxn modelId="{0223D191-E158-4C26-8FF6-E7BEAA5250DF}" type="presOf" srcId="{428ECE5D-2895-4F9A-84EF-A409EE2CA2E5}" destId="{2AB41CF6-2D3D-4258-93E9-A10DEE152797}" srcOrd="0" destOrd="1" presId="urn:microsoft.com/office/officeart/2005/8/layout/list1"/>
    <dgm:cxn modelId="{02C1B4AA-1C83-4734-8FFD-52A834093A4B}" srcId="{D17F8622-5901-45CA-BBA1-9F1B771A577B}" destId="{FFE01847-940B-47C6-940A-DBE0E46C551D}" srcOrd="2" destOrd="0" parTransId="{9F454543-9B74-4B05-ABA6-D0D4F1394800}" sibTransId="{B678256F-1D68-4FF2-825D-E5C8A59A1FE2}"/>
    <dgm:cxn modelId="{51576CB3-7B8E-4BE0-A909-6D0F1D0548BD}" type="presOf" srcId="{20FA5662-C68F-4E01-86D8-160E67DEDB4E}" destId="{E6108174-6214-49D8-A1F9-16E10272E51B}" srcOrd="1" destOrd="0" presId="urn:microsoft.com/office/officeart/2005/8/layout/list1"/>
    <dgm:cxn modelId="{05C985C0-D4D5-4C0F-971F-ABC699F14180}" srcId="{3983F131-E318-40B1-84F1-DF91056984F2}" destId="{900B547C-799E-4C61-8254-17E5C755351F}" srcOrd="0" destOrd="0" parTransId="{FF463218-6BA2-470A-9ADE-427650879617}" sibTransId="{3E98E7D9-8D22-404D-A849-364E6273F319}"/>
    <dgm:cxn modelId="{FCFB43CA-5F57-49C4-95C1-4B96CFAF70AA}" srcId="{FFE01847-940B-47C6-940A-DBE0E46C551D}" destId="{4879C9EB-6898-435B-B798-CE207E650376}" srcOrd="0" destOrd="0" parTransId="{6B6E5AAC-CF75-4FE2-9185-72BB3052B293}" sibTransId="{FDA0A4CF-E5EB-49D4-AECC-E2925221BB26}"/>
    <dgm:cxn modelId="{632631CD-8E07-4748-A25A-E2AABCC098D7}" type="presOf" srcId="{FFE01847-940B-47C6-940A-DBE0E46C551D}" destId="{278761BB-C477-40BA-B024-F39153D7245D}" srcOrd="1" destOrd="0" presId="urn:microsoft.com/office/officeart/2005/8/layout/list1"/>
    <dgm:cxn modelId="{4B5421D2-5C97-4685-A9EE-C18B95EBBB4F}" type="presOf" srcId="{4879C9EB-6898-435B-B798-CE207E650376}" destId="{8AFF6558-F6C4-4E81-9B8E-FF2F12595EF8}" srcOrd="0" destOrd="0" presId="urn:microsoft.com/office/officeart/2005/8/layout/list1"/>
    <dgm:cxn modelId="{99029FD3-3911-4864-8F94-FE17E4699254}" srcId="{D17F8622-5901-45CA-BBA1-9F1B771A577B}" destId="{3983F131-E318-40B1-84F1-DF91056984F2}" srcOrd="0" destOrd="0" parTransId="{A7930C9C-3A8C-4048-B11A-668016B9AB83}" sibTransId="{A24D752B-20AE-46CB-BA03-332979706F3D}"/>
    <dgm:cxn modelId="{50817AD4-31BE-49F6-B1E1-2C8F10AAEF5B}" type="presOf" srcId="{D17F8622-5901-45CA-BBA1-9F1B771A577B}" destId="{B11A7218-4B52-4CB8-ADB3-FBE237CDE937}" srcOrd="0" destOrd="0" presId="urn:microsoft.com/office/officeart/2005/8/layout/list1"/>
    <dgm:cxn modelId="{D8BC59DB-2438-4A85-BB42-F2027C8EF254}" type="presOf" srcId="{900B547C-799E-4C61-8254-17E5C755351F}" destId="{376D24E1-0A73-4D21-B4D5-AFB5C5F32CBC}" srcOrd="0" destOrd="0" presId="urn:microsoft.com/office/officeart/2005/8/layout/list1"/>
    <dgm:cxn modelId="{1B98F1EC-7126-4500-9C82-CC5731BBAAE3}" type="presOf" srcId="{3983F131-E318-40B1-84F1-DF91056984F2}" destId="{ED276516-80FB-41EC-9B37-F53B768AA1C9}" srcOrd="1" destOrd="0" presId="urn:microsoft.com/office/officeart/2005/8/layout/list1"/>
    <dgm:cxn modelId="{F52255ED-4093-4F86-AD5D-F0BC50322438}" srcId="{D17F8622-5901-45CA-BBA1-9F1B771A577B}" destId="{20FA5662-C68F-4E01-86D8-160E67DEDB4E}" srcOrd="1" destOrd="0" parTransId="{3AD3CAD3-EB7B-431C-82BA-BB3D37507FEA}" sibTransId="{CE3E992D-BCD1-420D-9A52-AC479560C828}"/>
    <dgm:cxn modelId="{48DAF5F3-894A-4409-9A38-6CBB8A57DADC}" type="presOf" srcId="{FFA014F4-6F50-4FB2-A9D3-102FBCDC35AF}" destId="{376D24E1-0A73-4D21-B4D5-AFB5C5F32CBC}" srcOrd="0" destOrd="1" presId="urn:microsoft.com/office/officeart/2005/8/layout/list1"/>
    <dgm:cxn modelId="{75A9949F-6A6F-4EFE-BD68-A067579F07D5}" type="presParOf" srcId="{B11A7218-4B52-4CB8-ADB3-FBE237CDE937}" destId="{E6DDA890-C460-47FD-8A6F-8704D194E97B}" srcOrd="0" destOrd="0" presId="urn:microsoft.com/office/officeart/2005/8/layout/list1"/>
    <dgm:cxn modelId="{ED911F6B-6A18-4F1F-BEF8-820C4CEE4956}" type="presParOf" srcId="{E6DDA890-C460-47FD-8A6F-8704D194E97B}" destId="{2445A69C-D963-4B84-9F6B-3D6531386EF6}" srcOrd="0" destOrd="0" presId="urn:microsoft.com/office/officeart/2005/8/layout/list1"/>
    <dgm:cxn modelId="{C5CF0148-9BD6-4299-BE36-7BFB01ECF60B}" type="presParOf" srcId="{E6DDA890-C460-47FD-8A6F-8704D194E97B}" destId="{ED276516-80FB-41EC-9B37-F53B768AA1C9}" srcOrd="1" destOrd="0" presId="urn:microsoft.com/office/officeart/2005/8/layout/list1"/>
    <dgm:cxn modelId="{E57800D0-F37F-4978-B652-A348E9CAC735}" type="presParOf" srcId="{B11A7218-4B52-4CB8-ADB3-FBE237CDE937}" destId="{679C669A-C405-4042-9D98-7A76DFDCD522}" srcOrd="1" destOrd="0" presId="urn:microsoft.com/office/officeart/2005/8/layout/list1"/>
    <dgm:cxn modelId="{9233DF9A-57E7-4F2E-9CDB-4F98494291AF}" type="presParOf" srcId="{B11A7218-4B52-4CB8-ADB3-FBE237CDE937}" destId="{376D24E1-0A73-4D21-B4D5-AFB5C5F32CBC}" srcOrd="2" destOrd="0" presId="urn:microsoft.com/office/officeart/2005/8/layout/list1"/>
    <dgm:cxn modelId="{F146FA85-A852-4BEC-817A-50FE72E27611}" type="presParOf" srcId="{B11A7218-4B52-4CB8-ADB3-FBE237CDE937}" destId="{3EC200F1-2DA0-403E-B6A3-685A7C8F6D22}" srcOrd="3" destOrd="0" presId="urn:microsoft.com/office/officeart/2005/8/layout/list1"/>
    <dgm:cxn modelId="{B35B1618-BF7B-480D-A180-0B2236D11F55}" type="presParOf" srcId="{B11A7218-4B52-4CB8-ADB3-FBE237CDE937}" destId="{A55F9C3A-5E30-4E1B-91A4-A2110B4A5995}" srcOrd="4" destOrd="0" presId="urn:microsoft.com/office/officeart/2005/8/layout/list1"/>
    <dgm:cxn modelId="{8FA278BF-53FE-4D6B-80DF-2400AA441683}" type="presParOf" srcId="{A55F9C3A-5E30-4E1B-91A4-A2110B4A5995}" destId="{1C5525F5-B443-4B17-9D84-769769AAFDE1}" srcOrd="0" destOrd="0" presId="urn:microsoft.com/office/officeart/2005/8/layout/list1"/>
    <dgm:cxn modelId="{83536888-41A5-4BDB-A9E2-78713FBC1B6A}" type="presParOf" srcId="{A55F9C3A-5E30-4E1B-91A4-A2110B4A5995}" destId="{E6108174-6214-49D8-A1F9-16E10272E51B}" srcOrd="1" destOrd="0" presId="urn:microsoft.com/office/officeart/2005/8/layout/list1"/>
    <dgm:cxn modelId="{444131B5-F770-4C81-83E5-9E57ADAC4865}" type="presParOf" srcId="{B11A7218-4B52-4CB8-ADB3-FBE237CDE937}" destId="{CB9F67E7-455E-4A29-A6B9-80731285D115}" srcOrd="5" destOrd="0" presId="urn:microsoft.com/office/officeart/2005/8/layout/list1"/>
    <dgm:cxn modelId="{24D373F9-B6EB-40D4-8725-BFA6F4931478}" type="presParOf" srcId="{B11A7218-4B52-4CB8-ADB3-FBE237CDE937}" destId="{2AB41CF6-2D3D-4258-93E9-A10DEE152797}" srcOrd="6" destOrd="0" presId="urn:microsoft.com/office/officeart/2005/8/layout/list1"/>
    <dgm:cxn modelId="{2DA37076-F49C-4F19-AD29-62F99F6B1751}" type="presParOf" srcId="{B11A7218-4B52-4CB8-ADB3-FBE237CDE937}" destId="{03EB2B5B-6AA5-4599-9D11-E73F905BC2E4}" srcOrd="7" destOrd="0" presId="urn:microsoft.com/office/officeart/2005/8/layout/list1"/>
    <dgm:cxn modelId="{720D0890-1E7F-4D58-8CF5-030E7E1749A5}" type="presParOf" srcId="{B11A7218-4B52-4CB8-ADB3-FBE237CDE937}" destId="{C9BCA19D-8F26-4876-AC0C-A11AA138C4CA}" srcOrd="8" destOrd="0" presId="urn:microsoft.com/office/officeart/2005/8/layout/list1"/>
    <dgm:cxn modelId="{880E426A-0306-4537-BD53-01F978FF80EA}" type="presParOf" srcId="{C9BCA19D-8F26-4876-AC0C-A11AA138C4CA}" destId="{192F9648-CC20-4866-8FDB-874C27687D21}" srcOrd="0" destOrd="0" presId="urn:microsoft.com/office/officeart/2005/8/layout/list1"/>
    <dgm:cxn modelId="{2D87736C-7783-4F2B-9C4D-EC2FC4424F9C}" type="presParOf" srcId="{C9BCA19D-8F26-4876-AC0C-A11AA138C4CA}" destId="{278761BB-C477-40BA-B024-F39153D7245D}" srcOrd="1" destOrd="0" presId="urn:microsoft.com/office/officeart/2005/8/layout/list1"/>
    <dgm:cxn modelId="{BCFBF97F-0595-4EBC-81C1-09D39464C0AE}" type="presParOf" srcId="{B11A7218-4B52-4CB8-ADB3-FBE237CDE937}" destId="{A9C7E4B2-8872-4F06-A6A3-A5A598AB8EF9}" srcOrd="9" destOrd="0" presId="urn:microsoft.com/office/officeart/2005/8/layout/list1"/>
    <dgm:cxn modelId="{DBD97998-98E4-46EC-A616-F3E7116A4190}" type="presParOf" srcId="{B11A7218-4B52-4CB8-ADB3-FBE237CDE937}" destId="{8AFF6558-F6C4-4E81-9B8E-FF2F12595EF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F7F803-BB54-47D2-95BE-65D760BB516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it-IT"/>
        </a:p>
      </dgm:t>
    </dgm:pt>
    <dgm:pt modelId="{681AC6EE-4D7B-46EF-B954-4453F02B9B73}">
      <dgm:prSet phldrT="[Testo]"/>
      <dgm:spPr/>
      <dgm:t>
        <a:bodyPr/>
        <a:lstStyle/>
        <a:p>
          <a:pPr rtl="0"/>
          <a:r>
            <a:rPr lang="it-IT">
              <a:latin typeface="Times New Roman"/>
              <a:cs typeface="Times New Roman"/>
            </a:rPr>
            <a:t>Minimally Invasive</a:t>
          </a:r>
        </a:p>
      </dgm:t>
    </dgm:pt>
    <dgm:pt modelId="{F2072323-1D90-4804-9166-310696C61295}" type="parTrans" cxnId="{333D3C35-4094-4C75-8A8B-889FCC7C3D73}">
      <dgm:prSet/>
      <dgm:spPr/>
      <dgm:t>
        <a:bodyPr/>
        <a:lstStyle/>
        <a:p>
          <a:endParaRPr lang="it-IT"/>
        </a:p>
      </dgm:t>
    </dgm:pt>
    <dgm:pt modelId="{0594AA07-444F-4BF7-82D5-BE6F5EA8FE16}" type="sibTrans" cxnId="{333D3C35-4094-4C75-8A8B-889FCC7C3D73}">
      <dgm:prSet/>
      <dgm:spPr/>
      <dgm:t>
        <a:bodyPr/>
        <a:lstStyle/>
        <a:p>
          <a:endParaRPr lang="it-IT"/>
        </a:p>
      </dgm:t>
    </dgm:pt>
    <dgm:pt modelId="{15564668-B467-4962-BE15-3DA3D8E32501}">
      <dgm:prSet phldrT="[Testo]"/>
      <dgm:spPr/>
      <dgm:t>
        <a:bodyPr/>
        <a:lstStyle/>
        <a:p>
          <a:r>
            <a:rPr lang="it-IT">
              <a:latin typeface="Times New Roman"/>
              <a:cs typeface="Times New Roman"/>
            </a:rPr>
            <a:t>Dynamic Adjustment of Stimulation Parameters</a:t>
          </a:r>
          <a:endParaRPr lang="it-IT"/>
        </a:p>
      </dgm:t>
    </dgm:pt>
    <dgm:pt modelId="{815F9CAE-5763-4134-B2AA-2F00FD78F04D}" type="parTrans" cxnId="{B05C361B-763C-4F69-AF1A-6FED703DAE43}">
      <dgm:prSet/>
      <dgm:spPr/>
      <dgm:t>
        <a:bodyPr/>
        <a:lstStyle/>
        <a:p>
          <a:endParaRPr lang="it-IT"/>
        </a:p>
      </dgm:t>
    </dgm:pt>
    <dgm:pt modelId="{51A42C07-0EBF-4C3E-ACD2-0E73E921E078}" type="sibTrans" cxnId="{B05C361B-763C-4F69-AF1A-6FED703DAE43}">
      <dgm:prSet/>
      <dgm:spPr/>
      <dgm:t>
        <a:bodyPr/>
        <a:lstStyle/>
        <a:p>
          <a:endParaRPr lang="it-IT"/>
        </a:p>
      </dgm:t>
    </dgm:pt>
    <dgm:pt modelId="{70BFD5C1-636F-48AA-A0FC-1669F8820E42}">
      <dgm:prSet/>
      <dgm:spPr/>
      <dgm:t>
        <a:bodyPr/>
        <a:lstStyle/>
        <a:p>
          <a:pPr algn="l"/>
          <a:r>
            <a:rPr lang="it-IT">
              <a:latin typeface="Times New Roman"/>
              <a:cs typeface="Times New Roman"/>
            </a:rPr>
            <a:t>No Increase in Tissue Temperature</a:t>
          </a:r>
          <a:endParaRPr lang="it-IT"/>
        </a:p>
      </dgm:t>
    </dgm:pt>
    <dgm:pt modelId="{D4107CBA-FA74-4B01-9900-34254B27F662}" type="parTrans" cxnId="{36044311-66F2-4E9C-A409-4AA77CFC089C}">
      <dgm:prSet/>
      <dgm:spPr/>
      <dgm:t>
        <a:bodyPr/>
        <a:lstStyle/>
        <a:p>
          <a:endParaRPr lang="it-IT"/>
        </a:p>
      </dgm:t>
    </dgm:pt>
    <dgm:pt modelId="{64422343-9801-4780-9E7A-783A5354BB65}" type="sibTrans" cxnId="{36044311-66F2-4E9C-A409-4AA77CFC089C}">
      <dgm:prSet/>
      <dgm:spPr/>
      <dgm:t>
        <a:bodyPr/>
        <a:lstStyle/>
        <a:p>
          <a:endParaRPr lang="it-IT"/>
        </a:p>
      </dgm:t>
    </dgm:pt>
    <dgm:pt modelId="{F9E0A7ED-632F-412E-A5B8-03CF96754FE8}">
      <dgm:prSet phldr="0"/>
      <dgm:spPr/>
      <dgm:t>
        <a:bodyPr/>
        <a:lstStyle/>
        <a:p>
          <a:r>
            <a:rPr lang="it-IT">
              <a:latin typeface="Times New Roman"/>
              <a:cs typeface="Times New Roman"/>
            </a:rPr>
            <a:t>Low-cost</a:t>
          </a:r>
          <a:endParaRPr lang="it-IT"/>
        </a:p>
      </dgm:t>
    </dgm:pt>
    <dgm:pt modelId="{94C1943F-E91B-4512-8B6A-A6D618C76E08}" type="parTrans" cxnId="{C2A9E6C3-4EDB-4247-8CEF-54A2410C3928}">
      <dgm:prSet/>
      <dgm:spPr/>
    </dgm:pt>
    <dgm:pt modelId="{72E856C5-A384-4BB9-89A7-F99D4F88D070}" type="sibTrans" cxnId="{C2A9E6C3-4EDB-4247-8CEF-54A2410C3928}">
      <dgm:prSet/>
      <dgm:spPr/>
    </dgm:pt>
    <dgm:pt modelId="{C80292F4-A6A9-4442-85D4-5C4350ABFEB8}" type="pres">
      <dgm:prSet presAssocID="{A3F7F803-BB54-47D2-95BE-65D760BB516D}" presName="Name0" presStyleCnt="0">
        <dgm:presLayoutVars>
          <dgm:chMax val="7"/>
          <dgm:chPref val="7"/>
          <dgm:dir/>
        </dgm:presLayoutVars>
      </dgm:prSet>
      <dgm:spPr/>
    </dgm:pt>
    <dgm:pt modelId="{CDC77E54-AC18-4F61-98F2-2FB48025D42A}" type="pres">
      <dgm:prSet presAssocID="{A3F7F803-BB54-47D2-95BE-65D760BB516D}" presName="Name1" presStyleCnt="0"/>
      <dgm:spPr/>
    </dgm:pt>
    <dgm:pt modelId="{43370027-DAF6-4D2D-A4BB-C788B04EEE74}" type="pres">
      <dgm:prSet presAssocID="{A3F7F803-BB54-47D2-95BE-65D760BB516D}" presName="cycle" presStyleCnt="0"/>
      <dgm:spPr/>
    </dgm:pt>
    <dgm:pt modelId="{5587C2C1-0E42-4088-9076-BFF481B840B5}" type="pres">
      <dgm:prSet presAssocID="{A3F7F803-BB54-47D2-95BE-65D760BB516D}" presName="srcNode" presStyleLbl="node1" presStyleIdx="0" presStyleCnt="4"/>
      <dgm:spPr/>
    </dgm:pt>
    <dgm:pt modelId="{A024282F-6E91-424A-97F8-989BF9189EF9}" type="pres">
      <dgm:prSet presAssocID="{A3F7F803-BB54-47D2-95BE-65D760BB516D}" presName="conn" presStyleLbl="parChTrans1D2" presStyleIdx="0" presStyleCnt="1" custLinFactNeighborY="164"/>
      <dgm:spPr/>
    </dgm:pt>
    <dgm:pt modelId="{120A3BF5-7317-432D-894E-336AE2626F0E}" type="pres">
      <dgm:prSet presAssocID="{A3F7F803-BB54-47D2-95BE-65D760BB516D}" presName="extraNode" presStyleLbl="node1" presStyleIdx="0" presStyleCnt="4"/>
      <dgm:spPr/>
    </dgm:pt>
    <dgm:pt modelId="{1F7BBDA3-9E9A-4C6F-A75D-30A055C921CA}" type="pres">
      <dgm:prSet presAssocID="{A3F7F803-BB54-47D2-95BE-65D760BB516D}" presName="dstNode" presStyleLbl="node1" presStyleIdx="0" presStyleCnt="4"/>
      <dgm:spPr/>
    </dgm:pt>
    <dgm:pt modelId="{5CDA56FF-FA3C-4ED9-8F2D-01982B4C0A22}" type="pres">
      <dgm:prSet presAssocID="{681AC6EE-4D7B-46EF-B954-4453F02B9B73}" presName="text_1" presStyleLbl="node1" presStyleIdx="0" presStyleCnt="4" custLinFactNeighborX="-789" custLinFactNeighborY="2838">
        <dgm:presLayoutVars>
          <dgm:bulletEnabled val="1"/>
        </dgm:presLayoutVars>
      </dgm:prSet>
      <dgm:spPr/>
    </dgm:pt>
    <dgm:pt modelId="{EF427B83-BCE4-4AA6-B240-B5747CDF352E}" type="pres">
      <dgm:prSet presAssocID="{681AC6EE-4D7B-46EF-B954-4453F02B9B73}" presName="accent_1" presStyleCnt="0"/>
      <dgm:spPr/>
    </dgm:pt>
    <dgm:pt modelId="{6B5DE79C-2025-4C10-8B44-827A6310F173}" type="pres">
      <dgm:prSet presAssocID="{681AC6EE-4D7B-46EF-B954-4453F02B9B73}" presName="accentRepeatNode" presStyleLbl="solidFgAcc1" presStyleIdx="0" presStyleCnt="4" custLinFactNeighborY="1150"/>
      <dgm:spPr/>
    </dgm:pt>
    <dgm:pt modelId="{6AC5A9CB-1C36-4336-BB43-D09C7613181D}" type="pres">
      <dgm:prSet presAssocID="{15564668-B467-4962-BE15-3DA3D8E32501}" presName="text_2" presStyleLbl="node1" presStyleIdx="1" presStyleCnt="4" custLinFactNeighborY="1438">
        <dgm:presLayoutVars>
          <dgm:bulletEnabled val="1"/>
        </dgm:presLayoutVars>
      </dgm:prSet>
      <dgm:spPr/>
    </dgm:pt>
    <dgm:pt modelId="{AF09A6A2-09CC-4DC8-AE6B-E55456A9C288}" type="pres">
      <dgm:prSet presAssocID="{15564668-B467-4962-BE15-3DA3D8E32501}" presName="accent_2" presStyleCnt="0"/>
      <dgm:spPr/>
    </dgm:pt>
    <dgm:pt modelId="{D53BA04C-489C-4D79-B28E-4997F5D1DCF7}" type="pres">
      <dgm:prSet presAssocID="{15564668-B467-4962-BE15-3DA3D8E32501}" presName="accentRepeatNode" presStyleLbl="solidFgAcc1" presStyleIdx="1" presStyleCnt="4" custLinFactNeighborY="1150"/>
      <dgm:spPr/>
    </dgm:pt>
    <dgm:pt modelId="{6272CC4E-9515-475A-970C-891B4ADB8B17}" type="pres">
      <dgm:prSet presAssocID="{70BFD5C1-636F-48AA-A0FC-1669F8820E42}" presName="text_3" presStyleLbl="node1" presStyleIdx="2" presStyleCnt="4" custLinFactNeighborY="1438">
        <dgm:presLayoutVars>
          <dgm:bulletEnabled val="1"/>
        </dgm:presLayoutVars>
      </dgm:prSet>
      <dgm:spPr/>
    </dgm:pt>
    <dgm:pt modelId="{8B2C145F-AEB5-486F-BEE9-299EF1913FED}" type="pres">
      <dgm:prSet presAssocID="{70BFD5C1-636F-48AA-A0FC-1669F8820E42}" presName="accent_3" presStyleCnt="0"/>
      <dgm:spPr/>
    </dgm:pt>
    <dgm:pt modelId="{AB7F5A98-7C0A-48C8-884C-FF82C5437B07}" type="pres">
      <dgm:prSet presAssocID="{70BFD5C1-636F-48AA-A0FC-1669F8820E42}" presName="accentRepeatNode" presStyleLbl="solidFgAcc1" presStyleIdx="2" presStyleCnt="4" custLinFactNeighborY="1150"/>
      <dgm:spPr/>
    </dgm:pt>
    <dgm:pt modelId="{E7091E53-AFF5-4252-B37F-06518C368582}" type="pres">
      <dgm:prSet presAssocID="{F9E0A7ED-632F-412E-A5B8-03CF96754FE8}" presName="text_4" presStyleLbl="node1" presStyleIdx="3" presStyleCnt="4">
        <dgm:presLayoutVars>
          <dgm:bulletEnabled val="1"/>
        </dgm:presLayoutVars>
      </dgm:prSet>
      <dgm:spPr/>
    </dgm:pt>
    <dgm:pt modelId="{DE7B18FA-8451-4C0F-AC6A-60287B261A45}" type="pres">
      <dgm:prSet presAssocID="{F9E0A7ED-632F-412E-A5B8-03CF96754FE8}" presName="accent_4" presStyleCnt="0"/>
      <dgm:spPr/>
    </dgm:pt>
    <dgm:pt modelId="{57912953-C4D5-44DB-A279-C83DE473E387}" type="pres">
      <dgm:prSet presAssocID="{F9E0A7ED-632F-412E-A5B8-03CF96754FE8}" presName="accentRepeatNode" presStyleLbl="solidFgAcc1" presStyleIdx="3" presStyleCnt="4"/>
      <dgm:spPr/>
    </dgm:pt>
  </dgm:ptLst>
  <dgm:cxnLst>
    <dgm:cxn modelId="{36044311-66F2-4E9C-A409-4AA77CFC089C}" srcId="{A3F7F803-BB54-47D2-95BE-65D760BB516D}" destId="{70BFD5C1-636F-48AA-A0FC-1669F8820E42}" srcOrd="2" destOrd="0" parTransId="{D4107CBA-FA74-4B01-9900-34254B27F662}" sibTransId="{64422343-9801-4780-9E7A-783A5354BB65}"/>
    <dgm:cxn modelId="{B05C361B-763C-4F69-AF1A-6FED703DAE43}" srcId="{A3F7F803-BB54-47D2-95BE-65D760BB516D}" destId="{15564668-B467-4962-BE15-3DA3D8E32501}" srcOrd="1" destOrd="0" parTransId="{815F9CAE-5763-4134-B2AA-2F00FD78F04D}" sibTransId="{51A42C07-0EBF-4C3E-ACD2-0E73E921E078}"/>
    <dgm:cxn modelId="{A9F56D2D-2923-4D43-9448-E9AF583FDAD5}" type="presOf" srcId="{70BFD5C1-636F-48AA-A0FC-1669F8820E42}" destId="{6272CC4E-9515-475A-970C-891B4ADB8B17}" srcOrd="0" destOrd="0" presId="urn:microsoft.com/office/officeart/2008/layout/VerticalCurvedList"/>
    <dgm:cxn modelId="{2A858B2F-D66F-4109-977A-6C20263C4A46}" type="presOf" srcId="{0594AA07-444F-4BF7-82D5-BE6F5EA8FE16}" destId="{A024282F-6E91-424A-97F8-989BF9189EF9}" srcOrd="0" destOrd="0" presId="urn:microsoft.com/office/officeart/2008/layout/VerticalCurvedList"/>
    <dgm:cxn modelId="{333D3C35-4094-4C75-8A8B-889FCC7C3D73}" srcId="{A3F7F803-BB54-47D2-95BE-65D760BB516D}" destId="{681AC6EE-4D7B-46EF-B954-4453F02B9B73}" srcOrd="0" destOrd="0" parTransId="{F2072323-1D90-4804-9166-310696C61295}" sibTransId="{0594AA07-444F-4BF7-82D5-BE6F5EA8FE16}"/>
    <dgm:cxn modelId="{F123A287-EF1B-4DF5-B93F-3E933F0086F1}" type="presOf" srcId="{15564668-B467-4962-BE15-3DA3D8E32501}" destId="{6AC5A9CB-1C36-4336-BB43-D09C7613181D}" srcOrd="0" destOrd="0" presId="urn:microsoft.com/office/officeart/2008/layout/VerticalCurvedList"/>
    <dgm:cxn modelId="{139C95AC-E169-4CBA-946F-B03315700EC1}" type="presOf" srcId="{681AC6EE-4D7B-46EF-B954-4453F02B9B73}" destId="{5CDA56FF-FA3C-4ED9-8F2D-01982B4C0A22}" srcOrd="0" destOrd="0" presId="urn:microsoft.com/office/officeart/2008/layout/VerticalCurvedList"/>
    <dgm:cxn modelId="{C2A9E6C3-4EDB-4247-8CEF-54A2410C3928}" srcId="{A3F7F803-BB54-47D2-95BE-65D760BB516D}" destId="{F9E0A7ED-632F-412E-A5B8-03CF96754FE8}" srcOrd="3" destOrd="0" parTransId="{94C1943F-E91B-4512-8B6A-A6D618C76E08}" sibTransId="{72E856C5-A384-4BB9-89A7-F99D4F88D070}"/>
    <dgm:cxn modelId="{B3105BC8-9450-4197-ADEC-79CF1DE03407}" type="presOf" srcId="{F9E0A7ED-632F-412E-A5B8-03CF96754FE8}" destId="{E7091E53-AFF5-4252-B37F-06518C368582}" srcOrd="0" destOrd="0" presId="urn:microsoft.com/office/officeart/2008/layout/VerticalCurvedList"/>
    <dgm:cxn modelId="{76BE44DE-C473-40B6-B02E-A22916E4A8B2}" type="presOf" srcId="{A3F7F803-BB54-47D2-95BE-65D760BB516D}" destId="{C80292F4-A6A9-4442-85D4-5C4350ABFEB8}" srcOrd="0" destOrd="0" presId="urn:microsoft.com/office/officeart/2008/layout/VerticalCurvedList"/>
    <dgm:cxn modelId="{0B0B3D91-CA02-4B71-A7AE-E3229E2FBFF5}" type="presParOf" srcId="{C80292F4-A6A9-4442-85D4-5C4350ABFEB8}" destId="{CDC77E54-AC18-4F61-98F2-2FB48025D42A}" srcOrd="0" destOrd="0" presId="urn:microsoft.com/office/officeart/2008/layout/VerticalCurvedList"/>
    <dgm:cxn modelId="{E85D10CB-FB8C-498B-B517-963CD00EDA3B}" type="presParOf" srcId="{CDC77E54-AC18-4F61-98F2-2FB48025D42A}" destId="{43370027-DAF6-4D2D-A4BB-C788B04EEE74}" srcOrd="0" destOrd="0" presId="urn:microsoft.com/office/officeart/2008/layout/VerticalCurvedList"/>
    <dgm:cxn modelId="{222915EC-6A56-409D-A332-8F1277864BD5}" type="presParOf" srcId="{43370027-DAF6-4D2D-A4BB-C788B04EEE74}" destId="{5587C2C1-0E42-4088-9076-BFF481B840B5}" srcOrd="0" destOrd="0" presId="urn:microsoft.com/office/officeart/2008/layout/VerticalCurvedList"/>
    <dgm:cxn modelId="{D21C57C5-E13E-416E-8F91-D64698F49B9B}" type="presParOf" srcId="{43370027-DAF6-4D2D-A4BB-C788B04EEE74}" destId="{A024282F-6E91-424A-97F8-989BF9189EF9}" srcOrd="1" destOrd="0" presId="urn:microsoft.com/office/officeart/2008/layout/VerticalCurvedList"/>
    <dgm:cxn modelId="{940375DB-3342-4FC8-894D-F74DBD2AB1DD}" type="presParOf" srcId="{43370027-DAF6-4D2D-A4BB-C788B04EEE74}" destId="{120A3BF5-7317-432D-894E-336AE2626F0E}" srcOrd="2" destOrd="0" presId="urn:microsoft.com/office/officeart/2008/layout/VerticalCurvedList"/>
    <dgm:cxn modelId="{25A2E225-8C93-4389-B29C-2B597BDC2C53}" type="presParOf" srcId="{43370027-DAF6-4D2D-A4BB-C788B04EEE74}" destId="{1F7BBDA3-9E9A-4C6F-A75D-30A055C921CA}" srcOrd="3" destOrd="0" presId="urn:microsoft.com/office/officeart/2008/layout/VerticalCurvedList"/>
    <dgm:cxn modelId="{F7E7399D-F5C1-4C8F-9F70-2551B1899CB5}" type="presParOf" srcId="{CDC77E54-AC18-4F61-98F2-2FB48025D42A}" destId="{5CDA56FF-FA3C-4ED9-8F2D-01982B4C0A22}" srcOrd="1" destOrd="0" presId="urn:microsoft.com/office/officeart/2008/layout/VerticalCurvedList"/>
    <dgm:cxn modelId="{D3E1DCDA-4DC4-4798-A2FF-BDBAD2D91D0A}" type="presParOf" srcId="{CDC77E54-AC18-4F61-98F2-2FB48025D42A}" destId="{EF427B83-BCE4-4AA6-B240-B5747CDF352E}" srcOrd="2" destOrd="0" presId="urn:microsoft.com/office/officeart/2008/layout/VerticalCurvedList"/>
    <dgm:cxn modelId="{6DC979D5-24E5-43CF-B2B4-C8C36756EF81}" type="presParOf" srcId="{EF427B83-BCE4-4AA6-B240-B5747CDF352E}" destId="{6B5DE79C-2025-4C10-8B44-827A6310F173}" srcOrd="0" destOrd="0" presId="urn:microsoft.com/office/officeart/2008/layout/VerticalCurvedList"/>
    <dgm:cxn modelId="{9A0B1A13-D134-4EF6-94A5-02A972BEDF61}" type="presParOf" srcId="{CDC77E54-AC18-4F61-98F2-2FB48025D42A}" destId="{6AC5A9CB-1C36-4336-BB43-D09C7613181D}" srcOrd="3" destOrd="0" presId="urn:microsoft.com/office/officeart/2008/layout/VerticalCurvedList"/>
    <dgm:cxn modelId="{1C01EEB7-6B0E-46DC-9DD8-D55003D0D711}" type="presParOf" srcId="{CDC77E54-AC18-4F61-98F2-2FB48025D42A}" destId="{AF09A6A2-09CC-4DC8-AE6B-E55456A9C288}" srcOrd="4" destOrd="0" presId="urn:microsoft.com/office/officeart/2008/layout/VerticalCurvedList"/>
    <dgm:cxn modelId="{F7994A78-2E98-4B0D-AE19-29EC517D81CF}" type="presParOf" srcId="{AF09A6A2-09CC-4DC8-AE6B-E55456A9C288}" destId="{D53BA04C-489C-4D79-B28E-4997F5D1DCF7}" srcOrd="0" destOrd="0" presId="urn:microsoft.com/office/officeart/2008/layout/VerticalCurvedList"/>
    <dgm:cxn modelId="{8E689A48-6490-48F6-96AF-AAF7ED134B96}" type="presParOf" srcId="{CDC77E54-AC18-4F61-98F2-2FB48025D42A}" destId="{6272CC4E-9515-475A-970C-891B4ADB8B17}" srcOrd="5" destOrd="0" presId="urn:microsoft.com/office/officeart/2008/layout/VerticalCurvedList"/>
    <dgm:cxn modelId="{48FDBF39-3600-47C4-A7AD-956AAEE23920}" type="presParOf" srcId="{CDC77E54-AC18-4F61-98F2-2FB48025D42A}" destId="{8B2C145F-AEB5-486F-BEE9-299EF1913FED}" srcOrd="6" destOrd="0" presId="urn:microsoft.com/office/officeart/2008/layout/VerticalCurvedList"/>
    <dgm:cxn modelId="{58605ECF-EC33-48AC-93A1-75658387AD9C}" type="presParOf" srcId="{8B2C145F-AEB5-486F-BEE9-299EF1913FED}" destId="{AB7F5A98-7C0A-48C8-884C-FF82C5437B07}" srcOrd="0" destOrd="0" presId="urn:microsoft.com/office/officeart/2008/layout/VerticalCurvedList"/>
    <dgm:cxn modelId="{E39D0652-0433-4D9A-B420-4DA50636595D}" type="presParOf" srcId="{CDC77E54-AC18-4F61-98F2-2FB48025D42A}" destId="{E7091E53-AFF5-4252-B37F-06518C368582}" srcOrd="7" destOrd="0" presId="urn:microsoft.com/office/officeart/2008/layout/VerticalCurvedList"/>
    <dgm:cxn modelId="{B2FFBAB4-64F9-4455-8490-902C464333A7}" type="presParOf" srcId="{CDC77E54-AC18-4F61-98F2-2FB48025D42A}" destId="{DE7B18FA-8451-4C0F-AC6A-60287B261A45}" srcOrd="8" destOrd="0" presId="urn:microsoft.com/office/officeart/2008/layout/VerticalCurvedList"/>
    <dgm:cxn modelId="{06E5E6C1-ADF7-4766-8F32-1B19B3EF3BC5}" type="presParOf" srcId="{DE7B18FA-8451-4C0F-AC6A-60287B261A45}" destId="{57912953-C4D5-44DB-A279-C83DE473E38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1C988A-F2CB-4ACB-8ADA-FB471715D26F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4BD3B3C-DF3F-4B2D-A116-7EC311C4955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 err="1">
              <a:latin typeface="Aptos" panose="020B0004020202020204" pitchFamily="34" charset="0"/>
            </a:rPr>
            <a:t>Fully</a:t>
          </a:r>
          <a:r>
            <a:rPr lang="it-IT" dirty="0">
              <a:latin typeface="Aptos" panose="020B0004020202020204" pitchFamily="34" charset="0"/>
            </a:rPr>
            <a:t> </a:t>
          </a:r>
          <a:r>
            <a:rPr lang="it-IT" dirty="0" err="1">
              <a:latin typeface="Aptos" panose="020B0004020202020204" pitchFamily="34" charset="0"/>
            </a:rPr>
            <a:t>implantable</a:t>
          </a:r>
          <a:r>
            <a:rPr lang="it-IT" dirty="0">
              <a:latin typeface="Aptos" panose="020B0004020202020204" pitchFamily="34" charset="0"/>
            </a:rPr>
            <a:t> and wireless system </a:t>
          </a:r>
          <a:endParaRPr lang="en-US" dirty="0">
            <a:latin typeface="Aptos" panose="020B0004020202020204" pitchFamily="34" charset="0"/>
          </a:endParaRPr>
        </a:p>
      </dgm:t>
    </dgm:pt>
    <dgm:pt modelId="{F3E3FA8F-D476-4EB8-AB97-6043BBBC1CC3}" type="parTrans" cxnId="{0CEA46BF-80BE-4FF0-AFE9-4FAAF7E30C60}">
      <dgm:prSet/>
      <dgm:spPr/>
      <dgm:t>
        <a:bodyPr/>
        <a:lstStyle/>
        <a:p>
          <a:endParaRPr lang="en-US"/>
        </a:p>
      </dgm:t>
    </dgm:pt>
    <dgm:pt modelId="{3EABC062-FBC3-4E71-ACFC-D1384BCE7C86}" type="sibTrans" cxnId="{0CEA46BF-80BE-4FF0-AFE9-4FAAF7E30C60}">
      <dgm:prSet/>
      <dgm:spPr/>
      <dgm:t>
        <a:bodyPr/>
        <a:lstStyle/>
        <a:p>
          <a:endParaRPr lang="en-US"/>
        </a:p>
      </dgm:t>
    </dgm:pt>
    <dgm:pt modelId="{F0D01D36-D05B-4B36-B008-3C7912EAD49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>
              <a:latin typeface="Aptos" panose="020B0004020202020204" pitchFamily="34" charset="0"/>
            </a:rPr>
            <a:t>Monitoring </a:t>
          </a:r>
          <a:r>
            <a:rPr lang="it-IT" dirty="0" err="1">
              <a:latin typeface="Aptos" panose="020B0004020202020204" pitchFamily="34" charset="0"/>
            </a:rPr>
            <a:t>postoperative</a:t>
          </a:r>
          <a:r>
            <a:rPr lang="it-IT" dirty="0">
              <a:latin typeface="Aptos" panose="020B0004020202020204" pitchFamily="34" charset="0"/>
            </a:rPr>
            <a:t> </a:t>
          </a:r>
          <a:r>
            <a:rPr lang="it-IT" dirty="0" err="1">
              <a:latin typeface="Aptos" panose="020B0004020202020204" pitchFamily="34" charset="0"/>
            </a:rPr>
            <a:t>bladder</a:t>
          </a:r>
          <a:r>
            <a:rPr lang="it-IT" dirty="0">
              <a:latin typeface="Aptos" panose="020B0004020202020204" pitchFamily="34" charset="0"/>
            </a:rPr>
            <a:t> recovery </a:t>
          </a:r>
          <a:endParaRPr lang="en-US" dirty="0">
            <a:latin typeface="Aptos" panose="020B0004020202020204" pitchFamily="34" charset="0"/>
          </a:endParaRPr>
        </a:p>
      </dgm:t>
    </dgm:pt>
    <dgm:pt modelId="{4F1ADAEE-F07F-491E-BAFE-5CC5CAAB6485}" type="parTrans" cxnId="{C26CF3DF-57A4-4B29-8A62-067376AD6D08}">
      <dgm:prSet/>
      <dgm:spPr/>
      <dgm:t>
        <a:bodyPr/>
        <a:lstStyle/>
        <a:p>
          <a:endParaRPr lang="en-US"/>
        </a:p>
      </dgm:t>
    </dgm:pt>
    <dgm:pt modelId="{BDA42F47-90A2-42F9-8C6E-B3E603496746}" type="sibTrans" cxnId="{C26CF3DF-57A4-4B29-8A62-067376AD6D08}">
      <dgm:prSet/>
      <dgm:spPr/>
      <dgm:t>
        <a:bodyPr/>
        <a:lstStyle/>
        <a:p>
          <a:endParaRPr lang="en-US"/>
        </a:p>
      </dgm:t>
    </dgm:pt>
    <dgm:pt modelId="{55562513-B265-410E-A572-22FFA13D031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>
              <a:latin typeface="Aptos" panose="020B0004020202020204" pitchFamily="34" charset="0"/>
            </a:rPr>
            <a:t>Strain gauge and base station</a:t>
          </a:r>
        </a:p>
        <a:p>
          <a:pPr>
            <a:lnSpc>
              <a:spcPct val="100000"/>
            </a:lnSpc>
          </a:pPr>
          <a:r>
            <a:rPr lang="it-IT" dirty="0">
              <a:latin typeface="Aptos" panose="020B0004020202020204" pitchFamily="34" charset="0"/>
            </a:rPr>
            <a:t> </a:t>
          </a:r>
          <a:endParaRPr lang="en-US" dirty="0">
            <a:latin typeface="Aptos" panose="020B0004020202020204" pitchFamily="34" charset="0"/>
          </a:endParaRPr>
        </a:p>
      </dgm:t>
    </dgm:pt>
    <dgm:pt modelId="{50321BA3-CD28-472E-8FC1-AF774DEF32FC}" type="parTrans" cxnId="{6AE4E995-B469-427B-9B32-7FE43E841C02}">
      <dgm:prSet/>
      <dgm:spPr/>
      <dgm:t>
        <a:bodyPr/>
        <a:lstStyle/>
        <a:p>
          <a:endParaRPr lang="en-US"/>
        </a:p>
      </dgm:t>
    </dgm:pt>
    <dgm:pt modelId="{EA804736-DF5B-4A7D-BDB8-E37CD23E6489}" type="sibTrans" cxnId="{6AE4E995-B469-427B-9B32-7FE43E841C02}">
      <dgm:prSet/>
      <dgm:spPr/>
      <dgm:t>
        <a:bodyPr/>
        <a:lstStyle/>
        <a:p>
          <a:endParaRPr lang="en-US"/>
        </a:p>
      </dgm:t>
    </dgm:pt>
    <dgm:pt modelId="{976607ED-996C-4008-AD4B-FA1878DA109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Aptos" panose="020B0004020202020204" pitchFamily="34" charset="0"/>
            </a:rPr>
            <a:t>Measurement of bladder deformation</a:t>
          </a:r>
          <a:endParaRPr lang="en-US">
            <a:latin typeface="Aptos" panose="020B0004020202020204" pitchFamily="34" charset="0"/>
          </a:endParaRPr>
        </a:p>
      </dgm:t>
    </dgm:pt>
    <dgm:pt modelId="{8E70A852-59A9-43D3-A3C8-14F6DAC1CBD2}" type="parTrans" cxnId="{B17F123D-9F96-4C6E-880D-3BEE3521A020}">
      <dgm:prSet/>
      <dgm:spPr/>
      <dgm:t>
        <a:bodyPr/>
        <a:lstStyle/>
        <a:p>
          <a:endParaRPr lang="en-US"/>
        </a:p>
      </dgm:t>
    </dgm:pt>
    <dgm:pt modelId="{0D41CFB8-A453-4B5F-B313-3EDB9E407CF6}" type="sibTrans" cxnId="{B17F123D-9F96-4C6E-880D-3BEE3521A020}">
      <dgm:prSet/>
      <dgm:spPr/>
      <dgm:t>
        <a:bodyPr/>
        <a:lstStyle/>
        <a:p>
          <a:endParaRPr lang="en-US"/>
        </a:p>
      </dgm:t>
    </dgm:pt>
    <dgm:pt modelId="{9C5CC8A2-89A3-4E81-BD46-0720CF55C0EF}" type="pres">
      <dgm:prSet presAssocID="{231C988A-F2CB-4ACB-8ADA-FB471715D26F}" presName="root" presStyleCnt="0">
        <dgm:presLayoutVars>
          <dgm:dir/>
          <dgm:resizeHandles val="exact"/>
        </dgm:presLayoutVars>
      </dgm:prSet>
      <dgm:spPr/>
    </dgm:pt>
    <dgm:pt modelId="{D0BB1B4F-3898-4059-B8DC-A3897FCF77A7}" type="pres">
      <dgm:prSet presAssocID="{84BD3B3C-DF3F-4B2D-A116-7EC311C49556}" presName="compNode" presStyleCnt="0"/>
      <dgm:spPr/>
    </dgm:pt>
    <dgm:pt modelId="{EF3E9619-FC82-4156-8B55-1E8EA2995E71}" type="pres">
      <dgm:prSet presAssocID="{84BD3B3C-DF3F-4B2D-A116-7EC311C495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7581CF61-312C-408A-804C-FE9C3BC7B84B}" type="pres">
      <dgm:prSet presAssocID="{84BD3B3C-DF3F-4B2D-A116-7EC311C49556}" presName="spaceRect" presStyleCnt="0"/>
      <dgm:spPr/>
    </dgm:pt>
    <dgm:pt modelId="{A2CFD0DA-E9D0-4A25-B2B5-7DB2386CD521}" type="pres">
      <dgm:prSet presAssocID="{84BD3B3C-DF3F-4B2D-A116-7EC311C49556}" presName="textRect" presStyleLbl="revTx" presStyleIdx="0" presStyleCnt="4">
        <dgm:presLayoutVars>
          <dgm:chMax val="1"/>
          <dgm:chPref val="1"/>
        </dgm:presLayoutVars>
      </dgm:prSet>
      <dgm:spPr/>
    </dgm:pt>
    <dgm:pt modelId="{888082FB-B999-4873-86AD-F21E87300B1D}" type="pres">
      <dgm:prSet presAssocID="{3EABC062-FBC3-4E71-ACFC-D1384BCE7C86}" presName="sibTrans" presStyleCnt="0"/>
      <dgm:spPr/>
    </dgm:pt>
    <dgm:pt modelId="{3F25A390-5BCB-4B27-B38D-E0425F4036AA}" type="pres">
      <dgm:prSet presAssocID="{F0D01D36-D05B-4B36-B008-3C7912EAD49D}" presName="compNode" presStyleCnt="0"/>
      <dgm:spPr/>
    </dgm:pt>
    <dgm:pt modelId="{B7148AC5-53FB-470E-8FF7-EA9F7E0A741E}" type="pres">
      <dgm:prSet presAssocID="{F0D01D36-D05B-4B36-B008-3C7912EAD4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Endovena"/>
        </a:ext>
      </dgm:extLst>
    </dgm:pt>
    <dgm:pt modelId="{A539B85F-E0EA-498C-BF77-B427AED5D343}" type="pres">
      <dgm:prSet presAssocID="{F0D01D36-D05B-4B36-B008-3C7912EAD49D}" presName="spaceRect" presStyleCnt="0"/>
      <dgm:spPr/>
    </dgm:pt>
    <dgm:pt modelId="{255F7AEE-B31A-419B-B2DF-68976D291DD7}" type="pres">
      <dgm:prSet presAssocID="{F0D01D36-D05B-4B36-B008-3C7912EAD49D}" presName="textRect" presStyleLbl="revTx" presStyleIdx="1" presStyleCnt="4">
        <dgm:presLayoutVars>
          <dgm:chMax val="1"/>
          <dgm:chPref val="1"/>
        </dgm:presLayoutVars>
      </dgm:prSet>
      <dgm:spPr/>
    </dgm:pt>
    <dgm:pt modelId="{5B49A3FA-EB4D-4105-AFB6-DF099377D59A}" type="pres">
      <dgm:prSet presAssocID="{BDA42F47-90A2-42F9-8C6E-B3E603496746}" presName="sibTrans" presStyleCnt="0"/>
      <dgm:spPr/>
    </dgm:pt>
    <dgm:pt modelId="{D11CB420-EC78-4682-B2D7-5B38B2FE55F2}" type="pres">
      <dgm:prSet presAssocID="{55562513-B265-410E-A572-22FFA13D0312}" presName="compNode" presStyleCnt="0"/>
      <dgm:spPr/>
    </dgm:pt>
    <dgm:pt modelId="{B110F22B-2E7D-4BE2-922B-E26FF3D9CC06}" type="pres">
      <dgm:prSet presAssocID="{55562513-B265-410E-A572-22FFA13D03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F5ACADC0-95F9-449E-AEA3-DF78F21337E6}" type="pres">
      <dgm:prSet presAssocID="{55562513-B265-410E-A572-22FFA13D0312}" presName="spaceRect" presStyleCnt="0"/>
      <dgm:spPr/>
    </dgm:pt>
    <dgm:pt modelId="{08461247-73F6-4065-9987-8D6E8FF3CF72}" type="pres">
      <dgm:prSet presAssocID="{55562513-B265-410E-A572-22FFA13D0312}" presName="textRect" presStyleLbl="revTx" presStyleIdx="2" presStyleCnt="4">
        <dgm:presLayoutVars>
          <dgm:chMax val="1"/>
          <dgm:chPref val="1"/>
        </dgm:presLayoutVars>
      </dgm:prSet>
      <dgm:spPr/>
    </dgm:pt>
    <dgm:pt modelId="{1E25B804-9813-4315-AB4E-F6FA329B8BE9}" type="pres">
      <dgm:prSet presAssocID="{EA804736-DF5B-4A7D-BDB8-E37CD23E6489}" presName="sibTrans" presStyleCnt="0"/>
      <dgm:spPr/>
    </dgm:pt>
    <dgm:pt modelId="{161E9700-5249-4C51-8912-F9FE16E44F72}" type="pres">
      <dgm:prSet presAssocID="{976607ED-996C-4008-AD4B-FA1878DA1091}" presName="compNode" presStyleCnt="0"/>
      <dgm:spPr/>
    </dgm:pt>
    <dgm:pt modelId="{498F1631-A49D-4FF9-B69B-DCCBF24D88C0}" type="pres">
      <dgm:prSet presAssocID="{976607ED-996C-4008-AD4B-FA1878DA10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ello"/>
        </a:ext>
      </dgm:extLst>
    </dgm:pt>
    <dgm:pt modelId="{0260E37D-FE41-44B6-BA0C-F889DC34A946}" type="pres">
      <dgm:prSet presAssocID="{976607ED-996C-4008-AD4B-FA1878DA1091}" presName="spaceRect" presStyleCnt="0"/>
      <dgm:spPr/>
    </dgm:pt>
    <dgm:pt modelId="{66ADD34E-FCF6-4DA7-9FAA-E70E1B7A822D}" type="pres">
      <dgm:prSet presAssocID="{976607ED-996C-4008-AD4B-FA1878DA109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110727-5E38-4E51-B099-7E88CC752409}" type="presOf" srcId="{231C988A-F2CB-4ACB-8ADA-FB471715D26F}" destId="{9C5CC8A2-89A3-4E81-BD46-0720CF55C0EF}" srcOrd="0" destOrd="0" presId="urn:microsoft.com/office/officeart/2018/2/layout/IconLabelList"/>
    <dgm:cxn modelId="{F20B152F-35E4-4134-B1FD-87905CC34400}" type="presOf" srcId="{55562513-B265-410E-A572-22FFA13D0312}" destId="{08461247-73F6-4065-9987-8D6E8FF3CF72}" srcOrd="0" destOrd="0" presId="urn:microsoft.com/office/officeart/2018/2/layout/IconLabelList"/>
    <dgm:cxn modelId="{B17F123D-9F96-4C6E-880D-3BEE3521A020}" srcId="{231C988A-F2CB-4ACB-8ADA-FB471715D26F}" destId="{976607ED-996C-4008-AD4B-FA1878DA1091}" srcOrd="3" destOrd="0" parTransId="{8E70A852-59A9-43D3-A3C8-14F6DAC1CBD2}" sibTransId="{0D41CFB8-A453-4B5F-B313-3EDB9E407CF6}"/>
    <dgm:cxn modelId="{98E0DE6A-539C-4A4D-8104-DCABAECA52A4}" type="presOf" srcId="{976607ED-996C-4008-AD4B-FA1878DA1091}" destId="{66ADD34E-FCF6-4DA7-9FAA-E70E1B7A822D}" srcOrd="0" destOrd="0" presId="urn:microsoft.com/office/officeart/2018/2/layout/IconLabelList"/>
    <dgm:cxn modelId="{ED23E151-535B-4ABA-B201-0163C8A0735E}" type="presOf" srcId="{84BD3B3C-DF3F-4B2D-A116-7EC311C49556}" destId="{A2CFD0DA-E9D0-4A25-B2B5-7DB2386CD521}" srcOrd="0" destOrd="0" presId="urn:microsoft.com/office/officeart/2018/2/layout/IconLabelList"/>
    <dgm:cxn modelId="{6AE4E995-B469-427B-9B32-7FE43E841C02}" srcId="{231C988A-F2CB-4ACB-8ADA-FB471715D26F}" destId="{55562513-B265-410E-A572-22FFA13D0312}" srcOrd="2" destOrd="0" parTransId="{50321BA3-CD28-472E-8FC1-AF774DEF32FC}" sibTransId="{EA804736-DF5B-4A7D-BDB8-E37CD23E6489}"/>
    <dgm:cxn modelId="{0CEA46BF-80BE-4FF0-AFE9-4FAAF7E30C60}" srcId="{231C988A-F2CB-4ACB-8ADA-FB471715D26F}" destId="{84BD3B3C-DF3F-4B2D-A116-7EC311C49556}" srcOrd="0" destOrd="0" parTransId="{F3E3FA8F-D476-4EB8-AB97-6043BBBC1CC3}" sibTransId="{3EABC062-FBC3-4E71-ACFC-D1384BCE7C86}"/>
    <dgm:cxn modelId="{A6315CCD-CC95-4344-A207-60887A5CE57E}" type="presOf" srcId="{F0D01D36-D05B-4B36-B008-3C7912EAD49D}" destId="{255F7AEE-B31A-419B-B2DF-68976D291DD7}" srcOrd="0" destOrd="0" presId="urn:microsoft.com/office/officeart/2018/2/layout/IconLabelList"/>
    <dgm:cxn modelId="{C26CF3DF-57A4-4B29-8A62-067376AD6D08}" srcId="{231C988A-F2CB-4ACB-8ADA-FB471715D26F}" destId="{F0D01D36-D05B-4B36-B008-3C7912EAD49D}" srcOrd="1" destOrd="0" parTransId="{4F1ADAEE-F07F-491E-BAFE-5CC5CAAB6485}" sibTransId="{BDA42F47-90A2-42F9-8C6E-B3E603496746}"/>
    <dgm:cxn modelId="{C3CBBF7B-D0B6-406D-802D-8AEC8FA1097F}" type="presParOf" srcId="{9C5CC8A2-89A3-4E81-BD46-0720CF55C0EF}" destId="{D0BB1B4F-3898-4059-B8DC-A3897FCF77A7}" srcOrd="0" destOrd="0" presId="urn:microsoft.com/office/officeart/2018/2/layout/IconLabelList"/>
    <dgm:cxn modelId="{F8160C68-53F3-41C4-B345-B03C84414532}" type="presParOf" srcId="{D0BB1B4F-3898-4059-B8DC-A3897FCF77A7}" destId="{EF3E9619-FC82-4156-8B55-1E8EA2995E71}" srcOrd="0" destOrd="0" presId="urn:microsoft.com/office/officeart/2018/2/layout/IconLabelList"/>
    <dgm:cxn modelId="{A930CAB4-2215-46A2-814F-5504E38E7257}" type="presParOf" srcId="{D0BB1B4F-3898-4059-B8DC-A3897FCF77A7}" destId="{7581CF61-312C-408A-804C-FE9C3BC7B84B}" srcOrd="1" destOrd="0" presId="urn:microsoft.com/office/officeart/2018/2/layout/IconLabelList"/>
    <dgm:cxn modelId="{CABC96D5-C8DE-4488-9309-1D19F02F247F}" type="presParOf" srcId="{D0BB1B4F-3898-4059-B8DC-A3897FCF77A7}" destId="{A2CFD0DA-E9D0-4A25-B2B5-7DB2386CD521}" srcOrd="2" destOrd="0" presId="urn:microsoft.com/office/officeart/2018/2/layout/IconLabelList"/>
    <dgm:cxn modelId="{04FAC0E9-05A2-46FE-869D-071051E41DCD}" type="presParOf" srcId="{9C5CC8A2-89A3-4E81-BD46-0720CF55C0EF}" destId="{888082FB-B999-4873-86AD-F21E87300B1D}" srcOrd="1" destOrd="0" presId="urn:microsoft.com/office/officeart/2018/2/layout/IconLabelList"/>
    <dgm:cxn modelId="{B7218488-CCFE-4946-8B6F-5884BE61BFA5}" type="presParOf" srcId="{9C5CC8A2-89A3-4E81-BD46-0720CF55C0EF}" destId="{3F25A390-5BCB-4B27-B38D-E0425F4036AA}" srcOrd="2" destOrd="0" presId="urn:microsoft.com/office/officeart/2018/2/layout/IconLabelList"/>
    <dgm:cxn modelId="{D0452AE2-3E98-43C2-A73F-203CD05D6C3E}" type="presParOf" srcId="{3F25A390-5BCB-4B27-B38D-E0425F4036AA}" destId="{B7148AC5-53FB-470E-8FF7-EA9F7E0A741E}" srcOrd="0" destOrd="0" presId="urn:microsoft.com/office/officeart/2018/2/layout/IconLabelList"/>
    <dgm:cxn modelId="{AC96FBB0-1890-4E94-879B-4A327C9956D5}" type="presParOf" srcId="{3F25A390-5BCB-4B27-B38D-E0425F4036AA}" destId="{A539B85F-E0EA-498C-BF77-B427AED5D343}" srcOrd="1" destOrd="0" presId="urn:microsoft.com/office/officeart/2018/2/layout/IconLabelList"/>
    <dgm:cxn modelId="{E51ECEFE-90D0-4538-8EB7-B6BE1D0DA614}" type="presParOf" srcId="{3F25A390-5BCB-4B27-B38D-E0425F4036AA}" destId="{255F7AEE-B31A-419B-B2DF-68976D291DD7}" srcOrd="2" destOrd="0" presId="urn:microsoft.com/office/officeart/2018/2/layout/IconLabelList"/>
    <dgm:cxn modelId="{6D2A7BCC-1CAD-4114-AB82-7EF500D56392}" type="presParOf" srcId="{9C5CC8A2-89A3-4E81-BD46-0720CF55C0EF}" destId="{5B49A3FA-EB4D-4105-AFB6-DF099377D59A}" srcOrd="3" destOrd="0" presId="urn:microsoft.com/office/officeart/2018/2/layout/IconLabelList"/>
    <dgm:cxn modelId="{6B96F163-9389-47E3-88EC-AD59B59A474C}" type="presParOf" srcId="{9C5CC8A2-89A3-4E81-BD46-0720CF55C0EF}" destId="{D11CB420-EC78-4682-B2D7-5B38B2FE55F2}" srcOrd="4" destOrd="0" presId="urn:microsoft.com/office/officeart/2018/2/layout/IconLabelList"/>
    <dgm:cxn modelId="{D0333767-5E47-4019-9E8C-648A7908B1C1}" type="presParOf" srcId="{D11CB420-EC78-4682-B2D7-5B38B2FE55F2}" destId="{B110F22B-2E7D-4BE2-922B-E26FF3D9CC06}" srcOrd="0" destOrd="0" presId="urn:microsoft.com/office/officeart/2018/2/layout/IconLabelList"/>
    <dgm:cxn modelId="{C623EBF2-FEA6-45B2-8E47-A21507DDA5FA}" type="presParOf" srcId="{D11CB420-EC78-4682-B2D7-5B38B2FE55F2}" destId="{F5ACADC0-95F9-449E-AEA3-DF78F21337E6}" srcOrd="1" destOrd="0" presId="urn:microsoft.com/office/officeart/2018/2/layout/IconLabelList"/>
    <dgm:cxn modelId="{03046653-40B5-4BA4-817B-C5583CD1B5C6}" type="presParOf" srcId="{D11CB420-EC78-4682-B2D7-5B38B2FE55F2}" destId="{08461247-73F6-4065-9987-8D6E8FF3CF72}" srcOrd="2" destOrd="0" presId="urn:microsoft.com/office/officeart/2018/2/layout/IconLabelList"/>
    <dgm:cxn modelId="{3BAF6A2F-A8FD-498B-BA90-066A4D61DC30}" type="presParOf" srcId="{9C5CC8A2-89A3-4E81-BD46-0720CF55C0EF}" destId="{1E25B804-9813-4315-AB4E-F6FA329B8BE9}" srcOrd="5" destOrd="0" presId="urn:microsoft.com/office/officeart/2018/2/layout/IconLabelList"/>
    <dgm:cxn modelId="{333B72B6-5935-461F-8828-E380B71164F4}" type="presParOf" srcId="{9C5CC8A2-89A3-4E81-BD46-0720CF55C0EF}" destId="{161E9700-5249-4C51-8912-F9FE16E44F72}" srcOrd="6" destOrd="0" presId="urn:microsoft.com/office/officeart/2018/2/layout/IconLabelList"/>
    <dgm:cxn modelId="{8D8FA74B-41B0-4188-B73E-825C894F19B0}" type="presParOf" srcId="{161E9700-5249-4C51-8912-F9FE16E44F72}" destId="{498F1631-A49D-4FF9-B69B-DCCBF24D88C0}" srcOrd="0" destOrd="0" presId="urn:microsoft.com/office/officeart/2018/2/layout/IconLabelList"/>
    <dgm:cxn modelId="{6A2E01D0-2F7D-4495-B94C-E1849C0807A5}" type="presParOf" srcId="{161E9700-5249-4C51-8912-F9FE16E44F72}" destId="{0260E37D-FE41-44B6-BA0C-F889DC34A946}" srcOrd="1" destOrd="0" presId="urn:microsoft.com/office/officeart/2018/2/layout/IconLabelList"/>
    <dgm:cxn modelId="{6D11BC44-E3A3-4514-A701-0C221832AD38}" type="presParOf" srcId="{161E9700-5249-4C51-8912-F9FE16E44F72}" destId="{66ADD34E-FCF6-4DA7-9FAA-E70E1B7A82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96D68F-65E2-49A9-BCC6-3E0D010C8F29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it-IT"/>
        </a:p>
      </dgm:t>
    </dgm:pt>
    <dgm:pt modelId="{CF2FA626-7314-4145-9971-180805F13732}">
      <dgm:prSet phldrT="[Testo]"/>
      <dgm:spPr/>
      <dgm:t>
        <a:bodyPr/>
        <a:lstStyle/>
        <a:p>
          <a:r>
            <a:rPr lang="it-IT" dirty="0" err="1"/>
            <a:t>Pros</a:t>
          </a:r>
          <a:r>
            <a:rPr lang="it-IT" dirty="0"/>
            <a:t>: </a:t>
          </a:r>
        </a:p>
      </dgm:t>
    </dgm:pt>
    <dgm:pt modelId="{056D5EB0-AB36-4553-815F-2C6CCC477716}" type="parTrans" cxnId="{AA790EF5-7D40-4ACD-A250-4C9EBCFF1C37}">
      <dgm:prSet/>
      <dgm:spPr/>
      <dgm:t>
        <a:bodyPr/>
        <a:lstStyle/>
        <a:p>
          <a:endParaRPr lang="it-IT"/>
        </a:p>
      </dgm:t>
    </dgm:pt>
    <dgm:pt modelId="{4354365E-A7A0-4185-B86F-397C084BF659}" type="sibTrans" cxnId="{AA790EF5-7D40-4ACD-A250-4C9EBCFF1C37}">
      <dgm:prSet/>
      <dgm:spPr/>
      <dgm:t>
        <a:bodyPr/>
        <a:lstStyle/>
        <a:p>
          <a:endParaRPr lang="it-IT"/>
        </a:p>
      </dgm:t>
    </dgm:pt>
    <dgm:pt modelId="{C460C5BE-B201-4B91-AD49-B1FF5CB8DDAB}">
      <dgm:prSet phldrT="[Testo]"/>
      <dgm:spPr/>
      <dgm:t>
        <a:bodyPr/>
        <a:lstStyle/>
        <a:p>
          <a:r>
            <a:rPr lang="it-IT" dirty="0"/>
            <a:t>Cons:</a:t>
          </a:r>
        </a:p>
      </dgm:t>
    </dgm:pt>
    <dgm:pt modelId="{39CDA9BE-BE3E-4857-B096-3727D4EC5905}" type="parTrans" cxnId="{18471F1A-E341-4788-A622-31431AC0316E}">
      <dgm:prSet/>
      <dgm:spPr/>
      <dgm:t>
        <a:bodyPr/>
        <a:lstStyle/>
        <a:p>
          <a:endParaRPr lang="it-IT"/>
        </a:p>
      </dgm:t>
    </dgm:pt>
    <dgm:pt modelId="{43472096-3154-4481-9333-F0063E625C7D}" type="sibTrans" cxnId="{18471F1A-E341-4788-A622-31431AC0316E}">
      <dgm:prSet/>
      <dgm:spPr/>
      <dgm:t>
        <a:bodyPr/>
        <a:lstStyle/>
        <a:p>
          <a:endParaRPr lang="it-IT"/>
        </a:p>
      </dgm:t>
    </dgm:pt>
    <dgm:pt modelId="{676D405C-49FB-4B57-B7C0-0C422FCD51D0}">
      <dgm:prSet/>
      <dgm:spPr/>
      <dgm:t>
        <a:bodyPr/>
        <a:lstStyle/>
        <a:p>
          <a:r>
            <a:rPr lang="it-IT" dirty="0" err="1"/>
            <a:t>Implantation</a:t>
          </a:r>
          <a:r>
            <a:rPr lang="it-IT" dirty="0"/>
            <a:t> techniques and position do </a:t>
          </a:r>
          <a:r>
            <a:rPr lang="it-IT" dirty="0" err="1"/>
            <a:t>not</a:t>
          </a:r>
          <a:r>
            <a:rPr lang="it-IT" dirty="0"/>
            <a:t> </a:t>
          </a:r>
          <a:r>
            <a:rPr lang="it-IT" dirty="0" err="1"/>
            <a:t>constrainbladder</a:t>
          </a:r>
          <a:r>
            <a:rPr lang="it-IT" dirty="0"/>
            <a:t> </a:t>
          </a:r>
          <a:r>
            <a:rPr lang="it-IT" dirty="0" err="1"/>
            <a:t>function</a:t>
          </a:r>
          <a:endParaRPr lang="it-IT" dirty="0"/>
        </a:p>
      </dgm:t>
    </dgm:pt>
    <dgm:pt modelId="{E8D52CFD-8D73-48B5-9157-E277457B460A}" type="parTrans" cxnId="{2CA033AF-4902-4B45-BBC4-E33C15DDF545}">
      <dgm:prSet/>
      <dgm:spPr/>
      <dgm:t>
        <a:bodyPr/>
        <a:lstStyle/>
        <a:p>
          <a:endParaRPr lang="it-IT"/>
        </a:p>
      </dgm:t>
    </dgm:pt>
    <dgm:pt modelId="{07D4EA6A-C384-4D87-B5D5-2FC23E1FE03D}" type="sibTrans" cxnId="{2CA033AF-4902-4B45-BBC4-E33C15DDF545}">
      <dgm:prSet/>
      <dgm:spPr/>
      <dgm:t>
        <a:bodyPr/>
        <a:lstStyle/>
        <a:p>
          <a:endParaRPr lang="it-IT"/>
        </a:p>
      </dgm:t>
    </dgm:pt>
    <dgm:pt modelId="{C9D17E91-59AC-4D03-848F-562F151BAA12}">
      <dgm:prSet/>
      <dgm:spPr/>
      <dgm:t>
        <a:bodyPr/>
        <a:lstStyle/>
        <a:p>
          <a:r>
            <a:rPr lang="it-IT" b="0"/>
            <a:t>No long-term infetion or inflammatory response observed in rats or primates</a:t>
          </a:r>
          <a:endParaRPr lang="it-IT" dirty="0"/>
        </a:p>
      </dgm:t>
    </dgm:pt>
    <dgm:pt modelId="{48DCA6F2-9FC3-4580-BA17-791A5FEB121D}" type="parTrans" cxnId="{453CDE50-6214-46F6-A9C9-F888EF16DF74}">
      <dgm:prSet/>
      <dgm:spPr/>
      <dgm:t>
        <a:bodyPr/>
        <a:lstStyle/>
        <a:p>
          <a:endParaRPr lang="it-IT"/>
        </a:p>
      </dgm:t>
    </dgm:pt>
    <dgm:pt modelId="{D6B3F71C-8447-43CE-9DEA-1F6EC862073F}" type="sibTrans" cxnId="{453CDE50-6214-46F6-A9C9-F888EF16DF74}">
      <dgm:prSet/>
      <dgm:spPr/>
      <dgm:t>
        <a:bodyPr/>
        <a:lstStyle/>
        <a:p>
          <a:endParaRPr lang="it-IT"/>
        </a:p>
      </dgm:t>
    </dgm:pt>
    <dgm:pt modelId="{888944E6-E105-4A4E-986D-1D2B9694B9F4}">
      <dgm:prSet/>
      <dgm:spPr/>
      <dgm:t>
        <a:bodyPr/>
        <a:lstStyle/>
        <a:p>
          <a:r>
            <a:rPr lang="it-IT" b="0"/>
            <a:t> </a:t>
          </a:r>
          <a:r>
            <a:rPr lang="it-IT"/>
            <a:t>Explored a bioresorbable sensor design </a:t>
          </a:r>
          <a:endParaRPr lang="it-IT" dirty="0"/>
        </a:p>
      </dgm:t>
    </dgm:pt>
    <dgm:pt modelId="{E4F0B106-448C-480F-84E3-0734B3803339}" type="parTrans" cxnId="{33638FAA-6DD4-48CD-903C-15AA8E91BB63}">
      <dgm:prSet/>
      <dgm:spPr/>
      <dgm:t>
        <a:bodyPr/>
        <a:lstStyle/>
        <a:p>
          <a:endParaRPr lang="it-IT"/>
        </a:p>
      </dgm:t>
    </dgm:pt>
    <dgm:pt modelId="{0205A62C-6BC5-4170-83DA-2C7122C729C5}" type="sibTrans" cxnId="{33638FAA-6DD4-48CD-903C-15AA8E91BB63}">
      <dgm:prSet/>
      <dgm:spPr/>
      <dgm:t>
        <a:bodyPr/>
        <a:lstStyle/>
        <a:p>
          <a:endParaRPr lang="it-IT"/>
        </a:p>
      </dgm:t>
    </dgm:pt>
    <dgm:pt modelId="{4E3FFCA1-251F-4C95-9588-76F08CC83E3E}">
      <dgm:prSet/>
      <dgm:spPr/>
      <dgm:t>
        <a:bodyPr/>
        <a:lstStyle/>
        <a:p>
          <a:r>
            <a:rPr lang="it-IT" b="0" dirty="0"/>
            <a:t>No </a:t>
          </a:r>
          <a:r>
            <a:rPr lang="it-IT" b="0" dirty="0" err="1"/>
            <a:t>solution</a:t>
          </a:r>
          <a:r>
            <a:rPr lang="it-IT" b="0" dirty="0"/>
            <a:t> for energy management</a:t>
          </a:r>
          <a:endParaRPr lang="it-IT" dirty="0"/>
        </a:p>
      </dgm:t>
    </dgm:pt>
    <dgm:pt modelId="{900DEFAD-4429-47DB-834B-E12780D0F1AB}" type="parTrans" cxnId="{D4366773-6353-4980-8489-0D475D799EF2}">
      <dgm:prSet/>
      <dgm:spPr/>
      <dgm:t>
        <a:bodyPr/>
        <a:lstStyle/>
        <a:p>
          <a:endParaRPr lang="it-IT"/>
        </a:p>
      </dgm:t>
    </dgm:pt>
    <dgm:pt modelId="{40981FB8-2790-4EF4-AFFB-8082119C6A4C}" type="sibTrans" cxnId="{D4366773-6353-4980-8489-0D475D799EF2}">
      <dgm:prSet/>
      <dgm:spPr/>
      <dgm:t>
        <a:bodyPr/>
        <a:lstStyle/>
        <a:p>
          <a:endParaRPr lang="it-IT"/>
        </a:p>
      </dgm:t>
    </dgm:pt>
    <mc:AlternateContent xmlns:mc="http://schemas.openxmlformats.org/markup-compatibility/2006" xmlns:a14="http://schemas.microsoft.com/office/drawing/2010/main">
      <mc:Choice Requires="a14">
        <dgm:pt modelId="{6683F645-F03C-43E0-823E-FC41793AF2CE}">
          <dgm:prSet/>
          <dgm:spPr/>
          <dgm:t>
            <a:bodyPr/>
            <a:lstStyle/>
            <a:p>
              <a:r>
                <a:rPr lang="it-IT" dirty="0"/>
                <a:t>Pressure </a:t>
              </a:r>
              <a:r>
                <a:rPr lang="it-IT" dirty="0" err="1"/>
                <a:t>calibration</a:t>
              </a:r>
              <a:r>
                <a:rPr lang="it-IT" dirty="0"/>
                <a:t> limited to 20 cm</a:t>
              </a:r>
              <a14:m>
                <m:oMath xmlns:m="http://schemas.openxmlformats.org/officeDocument/2006/math">
                  <m:sSub>
                    <m:sSubPr>
                      <m:ctrlPr>
                        <a:rPr lang="it-IT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m:rPr>
                      <m:sty m:val="p"/>
                    </m:rPr>
                    <a:rPr lang="it-IT" b="0" i="0" smtClean="0">
                      <a:latin typeface="Cambria Math" panose="02040503050406030204" pitchFamily="18" charset="0"/>
                    </a:rPr>
                    <m:t>O</m:t>
                  </m:r>
                </m:oMath>
              </a14:m>
              <a:endParaRPr lang="it-IT" dirty="0"/>
            </a:p>
          </dgm:t>
        </dgm:pt>
      </mc:Choice>
      <mc:Fallback xmlns="">
        <dgm:pt modelId="{6683F645-F03C-43E0-823E-FC41793AF2CE}">
          <dgm:prSet/>
          <dgm:spPr/>
          <dgm:t>
            <a:bodyPr/>
            <a:lstStyle/>
            <a:p>
              <a:r>
                <a:rPr lang="it-IT" dirty="0"/>
                <a:t>Pressure </a:t>
              </a:r>
              <a:r>
                <a:rPr lang="it-IT" dirty="0" err="1"/>
                <a:t>calibration</a:t>
              </a:r>
              <a:r>
                <a:rPr lang="it-IT" dirty="0"/>
                <a:t> limited to 20 cm</a:t>
              </a:r>
              <a:r>
                <a:rPr lang="it-IT" b="0" i="0">
                  <a:latin typeface="Cambria Math" panose="02040503050406030204" pitchFamily="18" charset="0"/>
                </a:rPr>
                <a:t>H_2 O</a:t>
              </a:r>
              <a:endParaRPr lang="it-IT" dirty="0"/>
            </a:p>
          </dgm:t>
        </dgm:pt>
      </mc:Fallback>
    </mc:AlternateContent>
    <dgm:pt modelId="{5B7DA146-7A66-4014-8337-0E6999AE2884}" type="parTrans" cxnId="{3A064E62-E6D8-43CA-8FEA-CFDBDA07E2E9}">
      <dgm:prSet/>
      <dgm:spPr/>
      <dgm:t>
        <a:bodyPr/>
        <a:lstStyle/>
        <a:p>
          <a:endParaRPr lang="it-IT"/>
        </a:p>
      </dgm:t>
    </dgm:pt>
    <dgm:pt modelId="{BEE1A0B1-01E5-46BF-9802-71655AD87B29}" type="sibTrans" cxnId="{3A064E62-E6D8-43CA-8FEA-CFDBDA07E2E9}">
      <dgm:prSet/>
      <dgm:spPr/>
      <dgm:t>
        <a:bodyPr/>
        <a:lstStyle/>
        <a:p>
          <a:endParaRPr lang="it-IT"/>
        </a:p>
      </dgm:t>
    </dgm:pt>
    <dgm:pt modelId="{DC0E35BE-66F0-4B4B-8EC4-E9FFEFBC318D}">
      <dgm:prSet/>
      <dgm:spPr/>
      <dgm:t>
        <a:bodyPr/>
        <a:lstStyle/>
        <a:p>
          <a:r>
            <a:rPr lang="it-IT" dirty="0"/>
            <a:t>No human trials</a:t>
          </a:r>
        </a:p>
      </dgm:t>
    </dgm:pt>
    <dgm:pt modelId="{2ED1BF16-ED68-4DBA-939A-3B7FA2D4F5F4}" type="parTrans" cxnId="{B02B896D-4418-40E2-85AE-4A34D3AB4A36}">
      <dgm:prSet/>
      <dgm:spPr/>
      <dgm:t>
        <a:bodyPr/>
        <a:lstStyle/>
        <a:p>
          <a:endParaRPr lang="it-IT"/>
        </a:p>
      </dgm:t>
    </dgm:pt>
    <dgm:pt modelId="{4D9F5A3B-C6AE-4A77-B73F-970F47FA33D2}" type="sibTrans" cxnId="{B02B896D-4418-40E2-85AE-4A34D3AB4A36}">
      <dgm:prSet/>
      <dgm:spPr/>
      <dgm:t>
        <a:bodyPr/>
        <a:lstStyle/>
        <a:p>
          <a:endParaRPr lang="it-IT"/>
        </a:p>
      </dgm:t>
    </dgm:pt>
    <dgm:pt modelId="{67845730-0042-4B58-B134-C2D5E3D2BE29}">
      <dgm:prSet/>
      <dgm:spPr/>
      <dgm:t>
        <a:bodyPr/>
        <a:lstStyle/>
        <a:p>
          <a:r>
            <a:rPr lang="it-IT" b="0"/>
            <a:t>Pressure estimation depends on tissue mechanics</a:t>
          </a:r>
          <a:endParaRPr lang="it-IT" dirty="0"/>
        </a:p>
      </dgm:t>
    </dgm:pt>
    <dgm:pt modelId="{8D837656-C037-402B-A827-18D59872EEA1}" type="parTrans" cxnId="{801DB9D7-9D52-4A40-B810-9BAA5FC8B941}">
      <dgm:prSet/>
      <dgm:spPr/>
      <dgm:t>
        <a:bodyPr/>
        <a:lstStyle/>
        <a:p>
          <a:endParaRPr lang="it-IT"/>
        </a:p>
      </dgm:t>
    </dgm:pt>
    <dgm:pt modelId="{25F88A43-7035-4AAA-A7CE-8598F41E90E9}" type="sibTrans" cxnId="{801DB9D7-9D52-4A40-B810-9BAA5FC8B941}">
      <dgm:prSet/>
      <dgm:spPr/>
      <dgm:t>
        <a:bodyPr/>
        <a:lstStyle/>
        <a:p>
          <a:endParaRPr lang="it-IT"/>
        </a:p>
      </dgm:t>
    </dgm:pt>
    <dgm:pt modelId="{DE2600F6-5995-47E4-AC56-5FB4E828555A}" type="pres">
      <dgm:prSet presAssocID="{5196D68F-65E2-49A9-BCC6-3E0D010C8F29}" presName="linear" presStyleCnt="0">
        <dgm:presLayoutVars>
          <dgm:dir/>
          <dgm:animLvl val="lvl"/>
          <dgm:resizeHandles val="exact"/>
        </dgm:presLayoutVars>
      </dgm:prSet>
      <dgm:spPr/>
    </dgm:pt>
    <dgm:pt modelId="{7CB62675-26EE-4595-B959-2FFCEDC3FE56}" type="pres">
      <dgm:prSet presAssocID="{CF2FA626-7314-4145-9971-180805F13732}" presName="parentLin" presStyleCnt="0"/>
      <dgm:spPr/>
    </dgm:pt>
    <dgm:pt modelId="{B44174CE-012F-48CF-808C-D05E26C5DA2C}" type="pres">
      <dgm:prSet presAssocID="{CF2FA626-7314-4145-9971-180805F13732}" presName="parentLeftMargin" presStyleLbl="node1" presStyleIdx="0" presStyleCnt="2"/>
      <dgm:spPr/>
    </dgm:pt>
    <dgm:pt modelId="{D74E18F0-A883-4C98-AF98-C03E54C1077A}" type="pres">
      <dgm:prSet presAssocID="{CF2FA626-7314-4145-9971-180805F1373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EF2A2E-2BAA-408E-AD5A-2C18CC8115B1}" type="pres">
      <dgm:prSet presAssocID="{CF2FA626-7314-4145-9971-180805F13732}" presName="negativeSpace" presStyleCnt="0"/>
      <dgm:spPr/>
    </dgm:pt>
    <dgm:pt modelId="{99E557FA-3D87-4B68-B250-3771569FC653}" type="pres">
      <dgm:prSet presAssocID="{CF2FA626-7314-4145-9971-180805F13732}" presName="childText" presStyleLbl="conFgAcc1" presStyleIdx="0" presStyleCnt="2">
        <dgm:presLayoutVars>
          <dgm:bulletEnabled val="1"/>
        </dgm:presLayoutVars>
      </dgm:prSet>
      <dgm:spPr/>
    </dgm:pt>
    <dgm:pt modelId="{1AD5B237-C0E8-4FA0-919D-86B2F83DEF80}" type="pres">
      <dgm:prSet presAssocID="{4354365E-A7A0-4185-B86F-397C084BF659}" presName="spaceBetweenRectangles" presStyleCnt="0"/>
      <dgm:spPr/>
    </dgm:pt>
    <dgm:pt modelId="{C8AFFFB4-DC84-4621-A861-73D1788723CE}" type="pres">
      <dgm:prSet presAssocID="{C460C5BE-B201-4B91-AD49-B1FF5CB8DDAB}" presName="parentLin" presStyleCnt="0"/>
      <dgm:spPr/>
    </dgm:pt>
    <dgm:pt modelId="{976ADFE2-60B8-40EC-8248-177E8A3A7AD2}" type="pres">
      <dgm:prSet presAssocID="{C460C5BE-B201-4B91-AD49-B1FF5CB8DDAB}" presName="parentLeftMargin" presStyleLbl="node1" presStyleIdx="0" presStyleCnt="2"/>
      <dgm:spPr/>
    </dgm:pt>
    <dgm:pt modelId="{40889E29-3468-4657-9AB3-ED1FABD7046F}" type="pres">
      <dgm:prSet presAssocID="{C460C5BE-B201-4B91-AD49-B1FF5CB8DDA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5BD5C0-1422-4312-9540-46EA7FB432DE}" type="pres">
      <dgm:prSet presAssocID="{C460C5BE-B201-4B91-AD49-B1FF5CB8DDAB}" presName="negativeSpace" presStyleCnt="0"/>
      <dgm:spPr/>
    </dgm:pt>
    <dgm:pt modelId="{32DDC31A-D52A-47B2-832A-231F1FAF3E87}" type="pres">
      <dgm:prSet presAssocID="{C460C5BE-B201-4B91-AD49-B1FF5CB8DDA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481E03-DD76-44FF-B5D5-D390847BFF94}" type="presOf" srcId="{C460C5BE-B201-4B91-AD49-B1FF5CB8DDAB}" destId="{40889E29-3468-4657-9AB3-ED1FABD7046F}" srcOrd="1" destOrd="0" presId="urn:microsoft.com/office/officeart/2005/8/layout/list1"/>
    <dgm:cxn modelId="{B4881710-0658-45B3-A007-3AD75CABEF84}" type="presOf" srcId="{6683F645-F03C-43E0-823E-FC41793AF2CE}" destId="{32DDC31A-D52A-47B2-832A-231F1FAF3E87}" srcOrd="0" destOrd="1" presId="urn:microsoft.com/office/officeart/2005/8/layout/list1"/>
    <dgm:cxn modelId="{EA165A13-E356-47D1-913D-5C206338D821}" type="presOf" srcId="{C460C5BE-B201-4B91-AD49-B1FF5CB8DDAB}" destId="{976ADFE2-60B8-40EC-8248-177E8A3A7AD2}" srcOrd="0" destOrd="0" presId="urn:microsoft.com/office/officeart/2005/8/layout/list1"/>
    <dgm:cxn modelId="{18471F1A-E341-4788-A622-31431AC0316E}" srcId="{5196D68F-65E2-49A9-BCC6-3E0D010C8F29}" destId="{C460C5BE-B201-4B91-AD49-B1FF5CB8DDAB}" srcOrd="1" destOrd="0" parTransId="{39CDA9BE-BE3E-4857-B096-3727D4EC5905}" sibTransId="{43472096-3154-4481-9333-F0063E625C7D}"/>
    <dgm:cxn modelId="{4118143F-01D6-4353-91B9-CB0C2AC54CE7}" type="presOf" srcId="{CF2FA626-7314-4145-9971-180805F13732}" destId="{D74E18F0-A883-4C98-AF98-C03E54C1077A}" srcOrd="1" destOrd="0" presId="urn:microsoft.com/office/officeart/2005/8/layout/list1"/>
    <dgm:cxn modelId="{3A064E62-E6D8-43CA-8FEA-CFDBDA07E2E9}" srcId="{C460C5BE-B201-4B91-AD49-B1FF5CB8DDAB}" destId="{6683F645-F03C-43E0-823E-FC41793AF2CE}" srcOrd="1" destOrd="0" parTransId="{5B7DA146-7A66-4014-8337-0E6999AE2884}" sibTransId="{BEE1A0B1-01E5-46BF-9802-71655AD87B29}"/>
    <dgm:cxn modelId="{02D6C745-24D1-41EE-AD76-63348FDC4EF3}" type="presOf" srcId="{5196D68F-65E2-49A9-BCC6-3E0D010C8F29}" destId="{DE2600F6-5995-47E4-AC56-5FB4E828555A}" srcOrd="0" destOrd="0" presId="urn:microsoft.com/office/officeart/2005/8/layout/list1"/>
    <dgm:cxn modelId="{B02B896D-4418-40E2-85AE-4A34D3AB4A36}" srcId="{C460C5BE-B201-4B91-AD49-B1FF5CB8DDAB}" destId="{DC0E35BE-66F0-4B4B-8EC4-E9FFEFBC318D}" srcOrd="2" destOrd="0" parTransId="{2ED1BF16-ED68-4DBA-939A-3B7FA2D4F5F4}" sibTransId="{4D9F5A3B-C6AE-4A77-B73F-970F47FA33D2}"/>
    <dgm:cxn modelId="{453CDE50-6214-46F6-A9C9-F888EF16DF74}" srcId="{CF2FA626-7314-4145-9971-180805F13732}" destId="{C9D17E91-59AC-4D03-848F-562F151BAA12}" srcOrd="1" destOrd="0" parTransId="{48DCA6F2-9FC3-4580-BA17-791A5FEB121D}" sibTransId="{D6B3F71C-8447-43CE-9DEA-1F6EC862073F}"/>
    <dgm:cxn modelId="{D4366773-6353-4980-8489-0D475D799EF2}" srcId="{C460C5BE-B201-4B91-AD49-B1FF5CB8DDAB}" destId="{4E3FFCA1-251F-4C95-9588-76F08CC83E3E}" srcOrd="0" destOrd="0" parTransId="{900DEFAD-4429-47DB-834B-E12780D0F1AB}" sibTransId="{40981FB8-2790-4EF4-AFFB-8082119C6A4C}"/>
    <dgm:cxn modelId="{85B7127C-CA4A-48C2-B5E8-EE29217F0F62}" type="presOf" srcId="{4E3FFCA1-251F-4C95-9588-76F08CC83E3E}" destId="{32DDC31A-D52A-47B2-832A-231F1FAF3E87}" srcOrd="0" destOrd="0" presId="urn:microsoft.com/office/officeart/2005/8/layout/list1"/>
    <dgm:cxn modelId="{4FA3C589-F560-4B1A-BC03-6BB92856C2A1}" type="presOf" srcId="{C9D17E91-59AC-4D03-848F-562F151BAA12}" destId="{99E557FA-3D87-4B68-B250-3771569FC653}" srcOrd="0" destOrd="1" presId="urn:microsoft.com/office/officeart/2005/8/layout/list1"/>
    <dgm:cxn modelId="{A3DD9C8B-F9BF-4B4F-A6C6-C5FF9938E43A}" type="presOf" srcId="{CF2FA626-7314-4145-9971-180805F13732}" destId="{B44174CE-012F-48CF-808C-D05E26C5DA2C}" srcOrd="0" destOrd="0" presId="urn:microsoft.com/office/officeart/2005/8/layout/list1"/>
    <dgm:cxn modelId="{33638FAA-6DD4-48CD-903C-15AA8E91BB63}" srcId="{CF2FA626-7314-4145-9971-180805F13732}" destId="{888944E6-E105-4A4E-986D-1D2B9694B9F4}" srcOrd="2" destOrd="0" parTransId="{E4F0B106-448C-480F-84E3-0734B3803339}" sibTransId="{0205A62C-6BC5-4170-83DA-2C7122C729C5}"/>
    <dgm:cxn modelId="{2CA033AF-4902-4B45-BBC4-E33C15DDF545}" srcId="{CF2FA626-7314-4145-9971-180805F13732}" destId="{676D405C-49FB-4B57-B7C0-0C422FCD51D0}" srcOrd="0" destOrd="0" parTransId="{E8D52CFD-8D73-48B5-9157-E277457B460A}" sibTransId="{07D4EA6A-C384-4D87-B5D5-2FC23E1FE03D}"/>
    <dgm:cxn modelId="{E53E0DC0-C731-4828-A179-20CB2A12587C}" type="presOf" srcId="{DC0E35BE-66F0-4B4B-8EC4-E9FFEFBC318D}" destId="{32DDC31A-D52A-47B2-832A-231F1FAF3E87}" srcOrd="0" destOrd="2" presId="urn:microsoft.com/office/officeart/2005/8/layout/list1"/>
    <dgm:cxn modelId="{9D73FEC2-D7BF-4D55-A7FF-1C7902F04B0D}" type="presOf" srcId="{676D405C-49FB-4B57-B7C0-0C422FCD51D0}" destId="{99E557FA-3D87-4B68-B250-3771569FC653}" srcOrd="0" destOrd="0" presId="urn:microsoft.com/office/officeart/2005/8/layout/list1"/>
    <dgm:cxn modelId="{ABB8C2D0-8F57-4124-BD52-B900A3C1C14B}" type="presOf" srcId="{888944E6-E105-4A4E-986D-1D2B9694B9F4}" destId="{99E557FA-3D87-4B68-B250-3771569FC653}" srcOrd="0" destOrd="2" presId="urn:microsoft.com/office/officeart/2005/8/layout/list1"/>
    <dgm:cxn modelId="{38367BD1-B03B-4E72-A9B1-25BFF776DF02}" type="presOf" srcId="{67845730-0042-4B58-B134-C2D5E3D2BE29}" destId="{32DDC31A-D52A-47B2-832A-231F1FAF3E87}" srcOrd="0" destOrd="3" presId="urn:microsoft.com/office/officeart/2005/8/layout/list1"/>
    <dgm:cxn modelId="{801DB9D7-9D52-4A40-B810-9BAA5FC8B941}" srcId="{C460C5BE-B201-4B91-AD49-B1FF5CB8DDAB}" destId="{67845730-0042-4B58-B134-C2D5E3D2BE29}" srcOrd="3" destOrd="0" parTransId="{8D837656-C037-402B-A827-18D59872EEA1}" sibTransId="{25F88A43-7035-4AAA-A7CE-8598F41E90E9}"/>
    <dgm:cxn modelId="{AA790EF5-7D40-4ACD-A250-4C9EBCFF1C37}" srcId="{5196D68F-65E2-49A9-BCC6-3E0D010C8F29}" destId="{CF2FA626-7314-4145-9971-180805F13732}" srcOrd="0" destOrd="0" parTransId="{056D5EB0-AB36-4553-815F-2C6CCC477716}" sibTransId="{4354365E-A7A0-4185-B86F-397C084BF659}"/>
    <dgm:cxn modelId="{673283CC-FE44-4FCB-B087-E5B7B52E4979}" type="presParOf" srcId="{DE2600F6-5995-47E4-AC56-5FB4E828555A}" destId="{7CB62675-26EE-4595-B959-2FFCEDC3FE56}" srcOrd="0" destOrd="0" presId="urn:microsoft.com/office/officeart/2005/8/layout/list1"/>
    <dgm:cxn modelId="{0842AA64-89A2-437F-A65F-17C893F95D49}" type="presParOf" srcId="{7CB62675-26EE-4595-B959-2FFCEDC3FE56}" destId="{B44174CE-012F-48CF-808C-D05E26C5DA2C}" srcOrd="0" destOrd="0" presId="urn:microsoft.com/office/officeart/2005/8/layout/list1"/>
    <dgm:cxn modelId="{867126B0-4B7E-490A-8253-AB18CFF54339}" type="presParOf" srcId="{7CB62675-26EE-4595-B959-2FFCEDC3FE56}" destId="{D74E18F0-A883-4C98-AF98-C03E54C1077A}" srcOrd="1" destOrd="0" presId="urn:microsoft.com/office/officeart/2005/8/layout/list1"/>
    <dgm:cxn modelId="{5804EA9E-FFFB-45C2-96B6-615F2330FB51}" type="presParOf" srcId="{DE2600F6-5995-47E4-AC56-5FB4E828555A}" destId="{C2EF2A2E-2BAA-408E-AD5A-2C18CC8115B1}" srcOrd="1" destOrd="0" presId="urn:microsoft.com/office/officeart/2005/8/layout/list1"/>
    <dgm:cxn modelId="{3B8BDE40-7EA0-46B7-9977-BC55B5FA528D}" type="presParOf" srcId="{DE2600F6-5995-47E4-AC56-5FB4E828555A}" destId="{99E557FA-3D87-4B68-B250-3771569FC653}" srcOrd="2" destOrd="0" presId="urn:microsoft.com/office/officeart/2005/8/layout/list1"/>
    <dgm:cxn modelId="{5BDBF8CD-60B0-4E59-9975-BAE00F21DC79}" type="presParOf" srcId="{DE2600F6-5995-47E4-AC56-5FB4E828555A}" destId="{1AD5B237-C0E8-4FA0-919D-86B2F83DEF80}" srcOrd="3" destOrd="0" presId="urn:microsoft.com/office/officeart/2005/8/layout/list1"/>
    <dgm:cxn modelId="{2C742BAA-0C14-4DC6-B40D-C41F78C696CD}" type="presParOf" srcId="{DE2600F6-5995-47E4-AC56-5FB4E828555A}" destId="{C8AFFFB4-DC84-4621-A861-73D1788723CE}" srcOrd="4" destOrd="0" presId="urn:microsoft.com/office/officeart/2005/8/layout/list1"/>
    <dgm:cxn modelId="{55E43099-121C-4105-B008-5EA297EC2DC8}" type="presParOf" srcId="{C8AFFFB4-DC84-4621-A861-73D1788723CE}" destId="{976ADFE2-60B8-40EC-8248-177E8A3A7AD2}" srcOrd="0" destOrd="0" presId="urn:microsoft.com/office/officeart/2005/8/layout/list1"/>
    <dgm:cxn modelId="{848CFE12-885D-4306-8C2F-F56DA93CFEA7}" type="presParOf" srcId="{C8AFFFB4-DC84-4621-A861-73D1788723CE}" destId="{40889E29-3468-4657-9AB3-ED1FABD7046F}" srcOrd="1" destOrd="0" presId="urn:microsoft.com/office/officeart/2005/8/layout/list1"/>
    <dgm:cxn modelId="{57EFA97F-2DCE-4938-8169-A768D9D4C74E}" type="presParOf" srcId="{DE2600F6-5995-47E4-AC56-5FB4E828555A}" destId="{B15BD5C0-1422-4312-9540-46EA7FB432DE}" srcOrd="5" destOrd="0" presId="urn:microsoft.com/office/officeart/2005/8/layout/list1"/>
    <dgm:cxn modelId="{0EBD2612-C7FB-4D69-B442-3E4040F06D2E}" type="presParOf" srcId="{DE2600F6-5995-47E4-AC56-5FB4E828555A}" destId="{32DDC31A-D52A-47B2-832A-231F1FAF3E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96D68F-65E2-49A9-BCC6-3E0D010C8F29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it-IT"/>
        </a:p>
      </dgm:t>
    </dgm:pt>
    <dgm:pt modelId="{CF2FA626-7314-4145-9971-180805F13732}">
      <dgm:prSet phldrT="[Testo]"/>
      <dgm:spPr/>
      <dgm:t>
        <a:bodyPr/>
        <a:lstStyle/>
        <a:p>
          <a:r>
            <a:rPr lang="it-IT" dirty="0" err="1"/>
            <a:t>Pros</a:t>
          </a:r>
          <a:r>
            <a:rPr lang="it-IT" dirty="0"/>
            <a:t>: </a:t>
          </a:r>
        </a:p>
      </dgm:t>
    </dgm:pt>
    <dgm:pt modelId="{056D5EB0-AB36-4553-815F-2C6CCC477716}" type="parTrans" cxnId="{AA790EF5-7D40-4ACD-A250-4C9EBCFF1C37}">
      <dgm:prSet/>
      <dgm:spPr/>
      <dgm:t>
        <a:bodyPr/>
        <a:lstStyle/>
        <a:p>
          <a:endParaRPr lang="it-IT"/>
        </a:p>
      </dgm:t>
    </dgm:pt>
    <dgm:pt modelId="{4354365E-A7A0-4185-B86F-397C084BF659}" type="sibTrans" cxnId="{AA790EF5-7D40-4ACD-A250-4C9EBCFF1C37}">
      <dgm:prSet/>
      <dgm:spPr/>
      <dgm:t>
        <a:bodyPr/>
        <a:lstStyle/>
        <a:p>
          <a:endParaRPr lang="it-IT"/>
        </a:p>
      </dgm:t>
    </dgm:pt>
    <dgm:pt modelId="{C460C5BE-B201-4B91-AD49-B1FF5CB8DDAB}">
      <dgm:prSet phldrT="[Testo]"/>
      <dgm:spPr/>
      <dgm:t>
        <a:bodyPr/>
        <a:lstStyle/>
        <a:p>
          <a:r>
            <a:rPr lang="it-IT" dirty="0"/>
            <a:t>Cons:</a:t>
          </a:r>
        </a:p>
      </dgm:t>
    </dgm:pt>
    <dgm:pt modelId="{39CDA9BE-BE3E-4857-B096-3727D4EC5905}" type="parTrans" cxnId="{18471F1A-E341-4788-A622-31431AC0316E}">
      <dgm:prSet/>
      <dgm:spPr/>
      <dgm:t>
        <a:bodyPr/>
        <a:lstStyle/>
        <a:p>
          <a:endParaRPr lang="it-IT"/>
        </a:p>
      </dgm:t>
    </dgm:pt>
    <dgm:pt modelId="{43472096-3154-4481-9333-F0063E625C7D}" type="sibTrans" cxnId="{18471F1A-E341-4788-A622-31431AC0316E}">
      <dgm:prSet/>
      <dgm:spPr/>
      <dgm:t>
        <a:bodyPr/>
        <a:lstStyle/>
        <a:p>
          <a:endParaRPr lang="it-IT"/>
        </a:p>
      </dgm:t>
    </dgm:pt>
    <dgm:pt modelId="{676D405C-49FB-4B57-B7C0-0C422FCD51D0}">
      <dgm:prSet/>
      <dgm:spPr/>
      <dgm:t>
        <a:bodyPr/>
        <a:lstStyle/>
        <a:p>
          <a:r>
            <a:rPr lang="it-IT" dirty="0" err="1"/>
            <a:t>Implantation</a:t>
          </a:r>
          <a:r>
            <a:rPr lang="it-IT" dirty="0"/>
            <a:t> techniques and position do </a:t>
          </a:r>
          <a:r>
            <a:rPr lang="it-IT" dirty="0" err="1"/>
            <a:t>not</a:t>
          </a:r>
          <a:r>
            <a:rPr lang="it-IT" dirty="0"/>
            <a:t> </a:t>
          </a:r>
          <a:r>
            <a:rPr lang="it-IT" dirty="0" err="1"/>
            <a:t>constrainbladder</a:t>
          </a:r>
          <a:r>
            <a:rPr lang="it-IT" dirty="0"/>
            <a:t> </a:t>
          </a:r>
          <a:r>
            <a:rPr lang="it-IT" dirty="0" err="1"/>
            <a:t>function</a:t>
          </a:r>
          <a:endParaRPr lang="it-IT" dirty="0"/>
        </a:p>
      </dgm:t>
    </dgm:pt>
    <dgm:pt modelId="{E8D52CFD-8D73-48B5-9157-E277457B460A}" type="parTrans" cxnId="{2CA033AF-4902-4B45-BBC4-E33C15DDF545}">
      <dgm:prSet/>
      <dgm:spPr/>
      <dgm:t>
        <a:bodyPr/>
        <a:lstStyle/>
        <a:p>
          <a:endParaRPr lang="it-IT"/>
        </a:p>
      </dgm:t>
    </dgm:pt>
    <dgm:pt modelId="{07D4EA6A-C384-4D87-B5D5-2FC23E1FE03D}" type="sibTrans" cxnId="{2CA033AF-4902-4B45-BBC4-E33C15DDF545}">
      <dgm:prSet/>
      <dgm:spPr/>
      <dgm:t>
        <a:bodyPr/>
        <a:lstStyle/>
        <a:p>
          <a:endParaRPr lang="it-IT"/>
        </a:p>
      </dgm:t>
    </dgm:pt>
    <dgm:pt modelId="{C9D17E91-59AC-4D03-848F-562F151BAA12}">
      <dgm:prSet/>
      <dgm:spPr/>
      <dgm:t>
        <a:bodyPr/>
        <a:lstStyle/>
        <a:p>
          <a:r>
            <a:rPr lang="it-IT" b="0"/>
            <a:t>No long-term infetion or inflammatory response observed in rats or primates</a:t>
          </a:r>
          <a:endParaRPr lang="it-IT" dirty="0"/>
        </a:p>
      </dgm:t>
    </dgm:pt>
    <dgm:pt modelId="{48DCA6F2-9FC3-4580-BA17-791A5FEB121D}" type="parTrans" cxnId="{453CDE50-6214-46F6-A9C9-F888EF16DF74}">
      <dgm:prSet/>
      <dgm:spPr/>
      <dgm:t>
        <a:bodyPr/>
        <a:lstStyle/>
        <a:p>
          <a:endParaRPr lang="it-IT"/>
        </a:p>
      </dgm:t>
    </dgm:pt>
    <dgm:pt modelId="{D6B3F71C-8447-43CE-9DEA-1F6EC862073F}" type="sibTrans" cxnId="{453CDE50-6214-46F6-A9C9-F888EF16DF74}">
      <dgm:prSet/>
      <dgm:spPr/>
      <dgm:t>
        <a:bodyPr/>
        <a:lstStyle/>
        <a:p>
          <a:endParaRPr lang="it-IT"/>
        </a:p>
      </dgm:t>
    </dgm:pt>
    <dgm:pt modelId="{888944E6-E105-4A4E-986D-1D2B9694B9F4}">
      <dgm:prSet/>
      <dgm:spPr/>
      <dgm:t>
        <a:bodyPr/>
        <a:lstStyle/>
        <a:p>
          <a:r>
            <a:rPr lang="it-IT" b="0"/>
            <a:t> </a:t>
          </a:r>
          <a:r>
            <a:rPr lang="it-IT"/>
            <a:t>Explored a bioresorbable sensor design </a:t>
          </a:r>
          <a:endParaRPr lang="it-IT" dirty="0"/>
        </a:p>
      </dgm:t>
    </dgm:pt>
    <dgm:pt modelId="{E4F0B106-448C-480F-84E3-0734B3803339}" type="parTrans" cxnId="{33638FAA-6DD4-48CD-903C-15AA8E91BB63}">
      <dgm:prSet/>
      <dgm:spPr/>
      <dgm:t>
        <a:bodyPr/>
        <a:lstStyle/>
        <a:p>
          <a:endParaRPr lang="it-IT"/>
        </a:p>
      </dgm:t>
    </dgm:pt>
    <dgm:pt modelId="{0205A62C-6BC5-4170-83DA-2C7122C729C5}" type="sibTrans" cxnId="{33638FAA-6DD4-48CD-903C-15AA8E91BB63}">
      <dgm:prSet/>
      <dgm:spPr/>
      <dgm:t>
        <a:bodyPr/>
        <a:lstStyle/>
        <a:p>
          <a:endParaRPr lang="it-IT"/>
        </a:p>
      </dgm:t>
    </dgm:pt>
    <dgm:pt modelId="{4E3FFCA1-251F-4C95-9588-76F08CC83E3E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900DEFAD-4429-47DB-834B-E12780D0F1AB}" type="parTrans" cxnId="{D4366773-6353-4980-8489-0D475D799EF2}">
      <dgm:prSet/>
      <dgm:spPr/>
      <dgm:t>
        <a:bodyPr/>
        <a:lstStyle/>
        <a:p>
          <a:endParaRPr lang="it-IT"/>
        </a:p>
      </dgm:t>
    </dgm:pt>
    <dgm:pt modelId="{40981FB8-2790-4EF4-AFFB-8082119C6A4C}" type="sibTrans" cxnId="{D4366773-6353-4980-8489-0D475D799EF2}">
      <dgm:prSet/>
      <dgm:spPr/>
      <dgm:t>
        <a:bodyPr/>
        <a:lstStyle/>
        <a:p>
          <a:endParaRPr lang="it-IT"/>
        </a:p>
      </dgm:t>
    </dgm:pt>
    <dgm:pt modelId="{6683F645-F03C-43E0-823E-FC41793AF2CE}">
      <dgm:prSet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5B7DA146-7A66-4014-8337-0E6999AE2884}" type="parTrans" cxnId="{3A064E62-E6D8-43CA-8FEA-CFDBDA07E2E9}">
      <dgm:prSet/>
      <dgm:spPr/>
      <dgm:t>
        <a:bodyPr/>
        <a:lstStyle/>
        <a:p>
          <a:endParaRPr lang="it-IT"/>
        </a:p>
      </dgm:t>
    </dgm:pt>
    <dgm:pt modelId="{BEE1A0B1-01E5-46BF-9802-71655AD87B29}" type="sibTrans" cxnId="{3A064E62-E6D8-43CA-8FEA-CFDBDA07E2E9}">
      <dgm:prSet/>
      <dgm:spPr/>
      <dgm:t>
        <a:bodyPr/>
        <a:lstStyle/>
        <a:p>
          <a:endParaRPr lang="it-IT"/>
        </a:p>
      </dgm:t>
    </dgm:pt>
    <dgm:pt modelId="{DC0E35BE-66F0-4B4B-8EC4-E9FFEFBC318D}">
      <dgm:prSet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2ED1BF16-ED68-4DBA-939A-3B7FA2D4F5F4}" type="parTrans" cxnId="{B02B896D-4418-40E2-85AE-4A34D3AB4A36}">
      <dgm:prSet/>
      <dgm:spPr/>
      <dgm:t>
        <a:bodyPr/>
        <a:lstStyle/>
        <a:p>
          <a:endParaRPr lang="it-IT"/>
        </a:p>
      </dgm:t>
    </dgm:pt>
    <dgm:pt modelId="{4D9F5A3B-C6AE-4A77-B73F-970F47FA33D2}" type="sibTrans" cxnId="{B02B896D-4418-40E2-85AE-4A34D3AB4A36}">
      <dgm:prSet/>
      <dgm:spPr/>
      <dgm:t>
        <a:bodyPr/>
        <a:lstStyle/>
        <a:p>
          <a:endParaRPr lang="it-IT"/>
        </a:p>
      </dgm:t>
    </dgm:pt>
    <dgm:pt modelId="{67845730-0042-4B58-B134-C2D5E3D2BE29}">
      <dgm:prSet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8D837656-C037-402B-A827-18D59872EEA1}" type="parTrans" cxnId="{801DB9D7-9D52-4A40-B810-9BAA5FC8B941}">
      <dgm:prSet/>
      <dgm:spPr/>
      <dgm:t>
        <a:bodyPr/>
        <a:lstStyle/>
        <a:p>
          <a:endParaRPr lang="it-IT"/>
        </a:p>
      </dgm:t>
    </dgm:pt>
    <dgm:pt modelId="{25F88A43-7035-4AAA-A7CE-8598F41E90E9}" type="sibTrans" cxnId="{801DB9D7-9D52-4A40-B810-9BAA5FC8B941}">
      <dgm:prSet/>
      <dgm:spPr/>
      <dgm:t>
        <a:bodyPr/>
        <a:lstStyle/>
        <a:p>
          <a:endParaRPr lang="it-IT"/>
        </a:p>
      </dgm:t>
    </dgm:pt>
    <dgm:pt modelId="{DE2600F6-5995-47E4-AC56-5FB4E828555A}" type="pres">
      <dgm:prSet presAssocID="{5196D68F-65E2-49A9-BCC6-3E0D010C8F29}" presName="linear" presStyleCnt="0">
        <dgm:presLayoutVars>
          <dgm:dir/>
          <dgm:animLvl val="lvl"/>
          <dgm:resizeHandles val="exact"/>
        </dgm:presLayoutVars>
      </dgm:prSet>
      <dgm:spPr/>
    </dgm:pt>
    <dgm:pt modelId="{7CB62675-26EE-4595-B959-2FFCEDC3FE56}" type="pres">
      <dgm:prSet presAssocID="{CF2FA626-7314-4145-9971-180805F13732}" presName="parentLin" presStyleCnt="0"/>
      <dgm:spPr/>
    </dgm:pt>
    <dgm:pt modelId="{B44174CE-012F-48CF-808C-D05E26C5DA2C}" type="pres">
      <dgm:prSet presAssocID="{CF2FA626-7314-4145-9971-180805F13732}" presName="parentLeftMargin" presStyleLbl="node1" presStyleIdx="0" presStyleCnt="2"/>
      <dgm:spPr/>
    </dgm:pt>
    <dgm:pt modelId="{D74E18F0-A883-4C98-AF98-C03E54C1077A}" type="pres">
      <dgm:prSet presAssocID="{CF2FA626-7314-4145-9971-180805F1373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EF2A2E-2BAA-408E-AD5A-2C18CC8115B1}" type="pres">
      <dgm:prSet presAssocID="{CF2FA626-7314-4145-9971-180805F13732}" presName="negativeSpace" presStyleCnt="0"/>
      <dgm:spPr/>
    </dgm:pt>
    <dgm:pt modelId="{99E557FA-3D87-4B68-B250-3771569FC653}" type="pres">
      <dgm:prSet presAssocID="{CF2FA626-7314-4145-9971-180805F13732}" presName="childText" presStyleLbl="conFgAcc1" presStyleIdx="0" presStyleCnt="2">
        <dgm:presLayoutVars>
          <dgm:bulletEnabled val="1"/>
        </dgm:presLayoutVars>
      </dgm:prSet>
      <dgm:spPr/>
    </dgm:pt>
    <dgm:pt modelId="{1AD5B237-C0E8-4FA0-919D-86B2F83DEF80}" type="pres">
      <dgm:prSet presAssocID="{4354365E-A7A0-4185-B86F-397C084BF659}" presName="spaceBetweenRectangles" presStyleCnt="0"/>
      <dgm:spPr/>
    </dgm:pt>
    <dgm:pt modelId="{C8AFFFB4-DC84-4621-A861-73D1788723CE}" type="pres">
      <dgm:prSet presAssocID="{C460C5BE-B201-4B91-AD49-B1FF5CB8DDAB}" presName="parentLin" presStyleCnt="0"/>
      <dgm:spPr/>
    </dgm:pt>
    <dgm:pt modelId="{976ADFE2-60B8-40EC-8248-177E8A3A7AD2}" type="pres">
      <dgm:prSet presAssocID="{C460C5BE-B201-4B91-AD49-B1FF5CB8DDAB}" presName="parentLeftMargin" presStyleLbl="node1" presStyleIdx="0" presStyleCnt="2"/>
      <dgm:spPr/>
    </dgm:pt>
    <dgm:pt modelId="{40889E29-3468-4657-9AB3-ED1FABD7046F}" type="pres">
      <dgm:prSet presAssocID="{C460C5BE-B201-4B91-AD49-B1FF5CB8DDA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5BD5C0-1422-4312-9540-46EA7FB432DE}" type="pres">
      <dgm:prSet presAssocID="{C460C5BE-B201-4B91-AD49-B1FF5CB8DDAB}" presName="negativeSpace" presStyleCnt="0"/>
      <dgm:spPr/>
    </dgm:pt>
    <dgm:pt modelId="{32DDC31A-D52A-47B2-832A-231F1FAF3E87}" type="pres">
      <dgm:prSet presAssocID="{C460C5BE-B201-4B91-AD49-B1FF5CB8DDA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481E03-DD76-44FF-B5D5-D390847BFF94}" type="presOf" srcId="{C460C5BE-B201-4B91-AD49-B1FF5CB8DDAB}" destId="{40889E29-3468-4657-9AB3-ED1FABD7046F}" srcOrd="1" destOrd="0" presId="urn:microsoft.com/office/officeart/2005/8/layout/list1"/>
    <dgm:cxn modelId="{B4881710-0658-45B3-A007-3AD75CABEF84}" type="presOf" srcId="{6683F645-F03C-43E0-823E-FC41793AF2CE}" destId="{32DDC31A-D52A-47B2-832A-231F1FAF3E87}" srcOrd="0" destOrd="1" presId="urn:microsoft.com/office/officeart/2005/8/layout/list1"/>
    <dgm:cxn modelId="{EA165A13-E356-47D1-913D-5C206338D821}" type="presOf" srcId="{C460C5BE-B201-4B91-AD49-B1FF5CB8DDAB}" destId="{976ADFE2-60B8-40EC-8248-177E8A3A7AD2}" srcOrd="0" destOrd="0" presId="urn:microsoft.com/office/officeart/2005/8/layout/list1"/>
    <dgm:cxn modelId="{18471F1A-E341-4788-A622-31431AC0316E}" srcId="{5196D68F-65E2-49A9-BCC6-3E0D010C8F29}" destId="{C460C5BE-B201-4B91-AD49-B1FF5CB8DDAB}" srcOrd="1" destOrd="0" parTransId="{39CDA9BE-BE3E-4857-B096-3727D4EC5905}" sibTransId="{43472096-3154-4481-9333-F0063E625C7D}"/>
    <dgm:cxn modelId="{4118143F-01D6-4353-91B9-CB0C2AC54CE7}" type="presOf" srcId="{CF2FA626-7314-4145-9971-180805F13732}" destId="{D74E18F0-A883-4C98-AF98-C03E54C1077A}" srcOrd="1" destOrd="0" presId="urn:microsoft.com/office/officeart/2005/8/layout/list1"/>
    <dgm:cxn modelId="{3A064E62-E6D8-43CA-8FEA-CFDBDA07E2E9}" srcId="{C460C5BE-B201-4B91-AD49-B1FF5CB8DDAB}" destId="{6683F645-F03C-43E0-823E-FC41793AF2CE}" srcOrd="1" destOrd="0" parTransId="{5B7DA146-7A66-4014-8337-0E6999AE2884}" sibTransId="{BEE1A0B1-01E5-46BF-9802-71655AD87B29}"/>
    <dgm:cxn modelId="{02D6C745-24D1-41EE-AD76-63348FDC4EF3}" type="presOf" srcId="{5196D68F-65E2-49A9-BCC6-3E0D010C8F29}" destId="{DE2600F6-5995-47E4-AC56-5FB4E828555A}" srcOrd="0" destOrd="0" presId="urn:microsoft.com/office/officeart/2005/8/layout/list1"/>
    <dgm:cxn modelId="{B02B896D-4418-40E2-85AE-4A34D3AB4A36}" srcId="{C460C5BE-B201-4B91-AD49-B1FF5CB8DDAB}" destId="{DC0E35BE-66F0-4B4B-8EC4-E9FFEFBC318D}" srcOrd="2" destOrd="0" parTransId="{2ED1BF16-ED68-4DBA-939A-3B7FA2D4F5F4}" sibTransId="{4D9F5A3B-C6AE-4A77-B73F-970F47FA33D2}"/>
    <dgm:cxn modelId="{453CDE50-6214-46F6-A9C9-F888EF16DF74}" srcId="{CF2FA626-7314-4145-9971-180805F13732}" destId="{C9D17E91-59AC-4D03-848F-562F151BAA12}" srcOrd="1" destOrd="0" parTransId="{48DCA6F2-9FC3-4580-BA17-791A5FEB121D}" sibTransId="{D6B3F71C-8447-43CE-9DEA-1F6EC862073F}"/>
    <dgm:cxn modelId="{D4366773-6353-4980-8489-0D475D799EF2}" srcId="{C460C5BE-B201-4B91-AD49-B1FF5CB8DDAB}" destId="{4E3FFCA1-251F-4C95-9588-76F08CC83E3E}" srcOrd="0" destOrd="0" parTransId="{900DEFAD-4429-47DB-834B-E12780D0F1AB}" sibTransId="{40981FB8-2790-4EF4-AFFB-8082119C6A4C}"/>
    <dgm:cxn modelId="{85B7127C-CA4A-48C2-B5E8-EE29217F0F62}" type="presOf" srcId="{4E3FFCA1-251F-4C95-9588-76F08CC83E3E}" destId="{32DDC31A-D52A-47B2-832A-231F1FAF3E87}" srcOrd="0" destOrd="0" presId="urn:microsoft.com/office/officeart/2005/8/layout/list1"/>
    <dgm:cxn modelId="{4FA3C589-F560-4B1A-BC03-6BB92856C2A1}" type="presOf" srcId="{C9D17E91-59AC-4D03-848F-562F151BAA12}" destId="{99E557FA-3D87-4B68-B250-3771569FC653}" srcOrd="0" destOrd="1" presId="urn:microsoft.com/office/officeart/2005/8/layout/list1"/>
    <dgm:cxn modelId="{A3DD9C8B-F9BF-4B4F-A6C6-C5FF9938E43A}" type="presOf" srcId="{CF2FA626-7314-4145-9971-180805F13732}" destId="{B44174CE-012F-48CF-808C-D05E26C5DA2C}" srcOrd="0" destOrd="0" presId="urn:microsoft.com/office/officeart/2005/8/layout/list1"/>
    <dgm:cxn modelId="{33638FAA-6DD4-48CD-903C-15AA8E91BB63}" srcId="{CF2FA626-7314-4145-9971-180805F13732}" destId="{888944E6-E105-4A4E-986D-1D2B9694B9F4}" srcOrd="2" destOrd="0" parTransId="{E4F0B106-448C-480F-84E3-0734B3803339}" sibTransId="{0205A62C-6BC5-4170-83DA-2C7122C729C5}"/>
    <dgm:cxn modelId="{2CA033AF-4902-4B45-BBC4-E33C15DDF545}" srcId="{CF2FA626-7314-4145-9971-180805F13732}" destId="{676D405C-49FB-4B57-B7C0-0C422FCD51D0}" srcOrd="0" destOrd="0" parTransId="{E8D52CFD-8D73-48B5-9157-E277457B460A}" sibTransId="{07D4EA6A-C384-4D87-B5D5-2FC23E1FE03D}"/>
    <dgm:cxn modelId="{E53E0DC0-C731-4828-A179-20CB2A12587C}" type="presOf" srcId="{DC0E35BE-66F0-4B4B-8EC4-E9FFEFBC318D}" destId="{32DDC31A-D52A-47B2-832A-231F1FAF3E87}" srcOrd="0" destOrd="2" presId="urn:microsoft.com/office/officeart/2005/8/layout/list1"/>
    <dgm:cxn modelId="{9D73FEC2-D7BF-4D55-A7FF-1C7902F04B0D}" type="presOf" srcId="{676D405C-49FB-4B57-B7C0-0C422FCD51D0}" destId="{99E557FA-3D87-4B68-B250-3771569FC653}" srcOrd="0" destOrd="0" presId="urn:microsoft.com/office/officeart/2005/8/layout/list1"/>
    <dgm:cxn modelId="{ABB8C2D0-8F57-4124-BD52-B900A3C1C14B}" type="presOf" srcId="{888944E6-E105-4A4E-986D-1D2B9694B9F4}" destId="{99E557FA-3D87-4B68-B250-3771569FC653}" srcOrd="0" destOrd="2" presId="urn:microsoft.com/office/officeart/2005/8/layout/list1"/>
    <dgm:cxn modelId="{38367BD1-B03B-4E72-A9B1-25BFF776DF02}" type="presOf" srcId="{67845730-0042-4B58-B134-C2D5E3D2BE29}" destId="{32DDC31A-D52A-47B2-832A-231F1FAF3E87}" srcOrd="0" destOrd="3" presId="urn:microsoft.com/office/officeart/2005/8/layout/list1"/>
    <dgm:cxn modelId="{801DB9D7-9D52-4A40-B810-9BAA5FC8B941}" srcId="{C460C5BE-B201-4B91-AD49-B1FF5CB8DDAB}" destId="{67845730-0042-4B58-B134-C2D5E3D2BE29}" srcOrd="3" destOrd="0" parTransId="{8D837656-C037-402B-A827-18D59872EEA1}" sibTransId="{25F88A43-7035-4AAA-A7CE-8598F41E90E9}"/>
    <dgm:cxn modelId="{AA790EF5-7D40-4ACD-A250-4C9EBCFF1C37}" srcId="{5196D68F-65E2-49A9-BCC6-3E0D010C8F29}" destId="{CF2FA626-7314-4145-9971-180805F13732}" srcOrd="0" destOrd="0" parTransId="{056D5EB0-AB36-4553-815F-2C6CCC477716}" sibTransId="{4354365E-A7A0-4185-B86F-397C084BF659}"/>
    <dgm:cxn modelId="{673283CC-FE44-4FCB-B087-E5B7B52E4979}" type="presParOf" srcId="{DE2600F6-5995-47E4-AC56-5FB4E828555A}" destId="{7CB62675-26EE-4595-B959-2FFCEDC3FE56}" srcOrd="0" destOrd="0" presId="urn:microsoft.com/office/officeart/2005/8/layout/list1"/>
    <dgm:cxn modelId="{0842AA64-89A2-437F-A65F-17C893F95D49}" type="presParOf" srcId="{7CB62675-26EE-4595-B959-2FFCEDC3FE56}" destId="{B44174CE-012F-48CF-808C-D05E26C5DA2C}" srcOrd="0" destOrd="0" presId="urn:microsoft.com/office/officeart/2005/8/layout/list1"/>
    <dgm:cxn modelId="{867126B0-4B7E-490A-8253-AB18CFF54339}" type="presParOf" srcId="{7CB62675-26EE-4595-B959-2FFCEDC3FE56}" destId="{D74E18F0-A883-4C98-AF98-C03E54C1077A}" srcOrd="1" destOrd="0" presId="urn:microsoft.com/office/officeart/2005/8/layout/list1"/>
    <dgm:cxn modelId="{5804EA9E-FFFB-45C2-96B6-615F2330FB51}" type="presParOf" srcId="{DE2600F6-5995-47E4-AC56-5FB4E828555A}" destId="{C2EF2A2E-2BAA-408E-AD5A-2C18CC8115B1}" srcOrd="1" destOrd="0" presId="urn:microsoft.com/office/officeart/2005/8/layout/list1"/>
    <dgm:cxn modelId="{3B8BDE40-7EA0-46B7-9977-BC55B5FA528D}" type="presParOf" srcId="{DE2600F6-5995-47E4-AC56-5FB4E828555A}" destId="{99E557FA-3D87-4B68-B250-3771569FC653}" srcOrd="2" destOrd="0" presId="urn:microsoft.com/office/officeart/2005/8/layout/list1"/>
    <dgm:cxn modelId="{5BDBF8CD-60B0-4E59-9975-BAE00F21DC79}" type="presParOf" srcId="{DE2600F6-5995-47E4-AC56-5FB4E828555A}" destId="{1AD5B237-C0E8-4FA0-919D-86B2F83DEF80}" srcOrd="3" destOrd="0" presId="urn:microsoft.com/office/officeart/2005/8/layout/list1"/>
    <dgm:cxn modelId="{2C742BAA-0C14-4DC6-B40D-C41F78C696CD}" type="presParOf" srcId="{DE2600F6-5995-47E4-AC56-5FB4E828555A}" destId="{C8AFFFB4-DC84-4621-A861-73D1788723CE}" srcOrd="4" destOrd="0" presId="urn:microsoft.com/office/officeart/2005/8/layout/list1"/>
    <dgm:cxn modelId="{55E43099-121C-4105-B008-5EA297EC2DC8}" type="presParOf" srcId="{C8AFFFB4-DC84-4621-A861-73D1788723CE}" destId="{976ADFE2-60B8-40EC-8248-177E8A3A7AD2}" srcOrd="0" destOrd="0" presId="urn:microsoft.com/office/officeart/2005/8/layout/list1"/>
    <dgm:cxn modelId="{848CFE12-885D-4306-8C2F-F56DA93CFEA7}" type="presParOf" srcId="{C8AFFFB4-DC84-4621-A861-73D1788723CE}" destId="{40889E29-3468-4657-9AB3-ED1FABD7046F}" srcOrd="1" destOrd="0" presId="urn:microsoft.com/office/officeart/2005/8/layout/list1"/>
    <dgm:cxn modelId="{57EFA97F-2DCE-4938-8169-A768D9D4C74E}" type="presParOf" srcId="{DE2600F6-5995-47E4-AC56-5FB4E828555A}" destId="{B15BD5C0-1422-4312-9540-46EA7FB432DE}" srcOrd="5" destOrd="0" presId="urn:microsoft.com/office/officeart/2005/8/layout/list1"/>
    <dgm:cxn modelId="{0EBD2612-C7FB-4D69-B442-3E4040F06D2E}" type="presParOf" srcId="{DE2600F6-5995-47E4-AC56-5FB4E828555A}" destId="{32DDC31A-D52A-47B2-832A-231F1FAF3E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3F825-3E10-4DB0-9229-12386BA7EB62}">
      <dsp:nvSpPr>
        <dsp:cNvPr id="0" name=""/>
        <dsp:cNvSpPr/>
      </dsp:nvSpPr>
      <dsp:spPr>
        <a:xfrm>
          <a:off x="512120" y="676310"/>
          <a:ext cx="1207504" cy="1199676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4855B-D5B3-47F6-9528-B31098409586}">
      <dsp:nvSpPr>
        <dsp:cNvPr id="0" name=""/>
        <dsp:cNvSpPr/>
      </dsp:nvSpPr>
      <dsp:spPr>
        <a:xfrm>
          <a:off x="18673" y="2258205"/>
          <a:ext cx="2194066" cy="99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>
              <a:latin typeface="Times New Roman"/>
              <a:cs typeface="Times New Roman"/>
            </a:rPr>
            <a:t>Wireless, implantable, battery-free device</a:t>
          </a:r>
          <a:endParaRPr lang="it-IT" sz="1800" kern="1200"/>
        </a:p>
      </dsp:txBody>
      <dsp:txXfrm>
        <a:off x="18673" y="2258205"/>
        <a:ext cx="2194066" cy="994922"/>
      </dsp:txXfrm>
    </dsp:sp>
    <dsp:sp modelId="{B2AB5A8E-3460-42B7-8B20-46D9B8327E82}">
      <dsp:nvSpPr>
        <dsp:cNvPr id="0" name=""/>
        <dsp:cNvSpPr/>
      </dsp:nvSpPr>
      <dsp:spPr>
        <a:xfrm>
          <a:off x="3101048" y="707233"/>
          <a:ext cx="1147562" cy="1199676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EDDF4-7938-4EED-8D16-60D7638884A4}">
      <dsp:nvSpPr>
        <dsp:cNvPr id="0" name=""/>
        <dsp:cNvSpPr/>
      </dsp:nvSpPr>
      <dsp:spPr>
        <a:xfrm>
          <a:off x="2494097" y="2258205"/>
          <a:ext cx="2194066" cy="99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>
              <a:latin typeface="Times New Roman"/>
              <a:cs typeface="Times New Roman"/>
            </a:rPr>
            <a:t>Stimulates the major pelvic ganglion to control bladder muscle contractions</a:t>
          </a:r>
          <a:endParaRPr lang="it-IT" sz="1800" kern="1200"/>
        </a:p>
      </dsp:txBody>
      <dsp:txXfrm>
        <a:off x="2494097" y="2258205"/>
        <a:ext cx="2194066" cy="994922"/>
      </dsp:txXfrm>
    </dsp:sp>
    <dsp:sp modelId="{CCB24F6D-AE76-4FFE-A14C-A4FA6BCA2BAF}">
      <dsp:nvSpPr>
        <dsp:cNvPr id="0" name=""/>
        <dsp:cNvSpPr/>
      </dsp:nvSpPr>
      <dsp:spPr>
        <a:xfrm>
          <a:off x="5604143" y="707233"/>
          <a:ext cx="1196175" cy="1199676"/>
        </a:xfrm>
        <a:prstGeom prst="round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61600-B3D5-47AE-BBC4-0CE100712672}">
      <dsp:nvSpPr>
        <dsp:cNvPr id="0" name=""/>
        <dsp:cNvSpPr/>
      </dsp:nvSpPr>
      <dsp:spPr>
        <a:xfrm>
          <a:off x="5060697" y="2258205"/>
          <a:ext cx="2194066" cy="994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>
              <a:latin typeface="Times New Roman"/>
              <a:cs typeface="Times New Roman"/>
            </a:rPr>
            <a:t>Alternative to conventional devices for treating urinary dysfunctions</a:t>
          </a:r>
          <a:endParaRPr lang="it-IT" sz="1800" kern="1200"/>
        </a:p>
      </dsp:txBody>
      <dsp:txXfrm>
        <a:off x="5060697" y="2258205"/>
        <a:ext cx="2194066" cy="9949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D24E1-0A73-4D21-B4D5-AFB5C5F32CBC}">
      <dsp:nvSpPr>
        <dsp:cNvPr id="0" name=""/>
        <dsp:cNvSpPr/>
      </dsp:nvSpPr>
      <dsp:spPr>
        <a:xfrm>
          <a:off x="0" y="309501"/>
          <a:ext cx="5898931" cy="1615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823" tIns="395732" rIns="45782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>
              <a:latin typeface="Times New Roman"/>
              <a:cs typeface="Times New Roman"/>
            </a:rPr>
            <a:t>Subcutaneous implantation in the abdomen near the MPG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>
              <a:latin typeface="Times New Roman"/>
              <a:cs typeface="Times New Roman"/>
            </a:rPr>
            <a:t>Fixed in place using sutures and biocompatible adhesives</a:t>
          </a:r>
          <a:endParaRPr lang="it-IT" sz="1900" kern="1200"/>
        </a:p>
      </dsp:txBody>
      <dsp:txXfrm>
        <a:off x="0" y="309501"/>
        <a:ext cx="5898931" cy="1615950"/>
      </dsp:txXfrm>
    </dsp:sp>
    <dsp:sp modelId="{ED276516-80FB-41EC-9B37-F53B768AA1C9}">
      <dsp:nvSpPr>
        <dsp:cNvPr id="0" name=""/>
        <dsp:cNvSpPr/>
      </dsp:nvSpPr>
      <dsp:spPr>
        <a:xfrm>
          <a:off x="294946" y="29061"/>
          <a:ext cx="4129251" cy="56088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76" tIns="0" rIns="1560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>
              <a:latin typeface="Times New Roman"/>
              <a:cs typeface="Times New Roman"/>
            </a:rPr>
            <a:t>Location</a:t>
          </a:r>
        </a:p>
      </dsp:txBody>
      <dsp:txXfrm>
        <a:off x="322326" y="56441"/>
        <a:ext cx="4074491" cy="506120"/>
      </dsp:txXfrm>
    </dsp:sp>
    <dsp:sp modelId="{2AB41CF6-2D3D-4258-93E9-A10DEE152797}">
      <dsp:nvSpPr>
        <dsp:cNvPr id="0" name=""/>
        <dsp:cNvSpPr/>
      </dsp:nvSpPr>
      <dsp:spPr>
        <a:xfrm>
          <a:off x="0" y="2308491"/>
          <a:ext cx="5898931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222839"/>
              <a:satOff val="5970"/>
              <a:lumOff val="263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823" tIns="395732" rIns="45782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1x1x0,1 cm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&lt;0,2 gr</a:t>
          </a:r>
        </a:p>
      </dsp:txBody>
      <dsp:txXfrm>
        <a:off x="0" y="2308491"/>
        <a:ext cx="5898931" cy="1077300"/>
      </dsp:txXfrm>
    </dsp:sp>
    <dsp:sp modelId="{E6108174-6214-49D8-A1F9-16E10272E51B}">
      <dsp:nvSpPr>
        <dsp:cNvPr id="0" name=""/>
        <dsp:cNvSpPr/>
      </dsp:nvSpPr>
      <dsp:spPr>
        <a:xfrm>
          <a:off x="294946" y="2028051"/>
          <a:ext cx="4129251" cy="560880"/>
        </a:xfrm>
        <a:prstGeom prst="roundRect">
          <a:avLst/>
        </a:prstGeom>
        <a:solidFill>
          <a:schemeClr val="accent1">
            <a:shade val="50000"/>
            <a:hueOff val="222839"/>
            <a:satOff val="5970"/>
            <a:lumOff val="263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76" tIns="0" rIns="1560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>
              <a:latin typeface="Times New Roman"/>
              <a:cs typeface="Times New Roman"/>
            </a:rPr>
            <a:t>Size and Weight</a:t>
          </a:r>
          <a:endParaRPr lang="it-IT" sz="1900" kern="1200"/>
        </a:p>
      </dsp:txBody>
      <dsp:txXfrm>
        <a:off x="322326" y="2055431"/>
        <a:ext cx="4074491" cy="506120"/>
      </dsp:txXfrm>
    </dsp:sp>
    <dsp:sp modelId="{8AFF6558-F6C4-4E81-9B8E-FF2F12595EF8}">
      <dsp:nvSpPr>
        <dsp:cNvPr id="0" name=""/>
        <dsp:cNvSpPr/>
      </dsp:nvSpPr>
      <dsp:spPr>
        <a:xfrm>
          <a:off x="0" y="3768831"/>
          <a:ext cx="5898931" cy="1047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222839"/>
              <a:satOff val="5970"/>
              <a:lumOff val="263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823" tIns="395732" rIns="45782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 err="1">
              <a:latin typeface="Times New Roman"/>
              <a:cs typeface="Times New Roman"/>
            </a:rPr>
            <a:t>Encapsulation</a:t>
          </a:r>
          <a:r>
            <a:rPr lang="it-IT" sz="1900" kern="1200" dirty="0">
              <a:latin typeface="Times New Roman"/>
              <a:cs typeface="Times New Roman"/>
            </a:rPr>
            <a:t> with a double </a:t>
          </a:r>
          <a:r>
            <a:rPr lang="it-IT" sz="1900" kern="1200" dirty="0" err="1">
              <a:latin typeface="Times New Roman"/>
              <a:cs typeface="Times New Roman"/>
            </a:rPr>
            <a:t>layer</a:t>
          </a:r>
          <a:r>
            <a:rPr lang="it-IT" sz="1900" kern="1200" dirty="0">
              <a:latin typeface="Times New Roman"/>
              <a:cs typeface="Times New Roman"/>
            </a:rPr>
            <a:t> of PDMS (20–200 </a:t>
          </a:r>
          <a:r>
            <a:rPr lang="it-IT" sz="1900" kern="1200" dirty="0" err="1">
              <a:latin typeface="Times New Roman"/>
              <a:cs typeface="Times New Roman"/>
            </a:rPr>
            <a:t>μm</a:t>
          </a:r>
          <a:r>
            <a:rPr lang="it-IT" sz="1900" kern="1200" dirty="0">
              <a:latin typeface="Times New Roman"/>
              <a:cs typeface="Times New Roman"/>
            </a:rPr>
            <a:t>)</a:t>
          </a:r>
        </a:p>
      </dsp:txBody>
      <dsp:txXfrm>
        <a:off x="0" y="3768831"/>
        <a:ext cx="5898931" cy="1047375"/>
      </dsp:txXfrm>
    </dsp:sp>
    <dsp:sp modelId="{278761BB-C477-40BA-B024-F39153D7245D}">
      <dsp:nvSpPr>
        <dsp:cNvPr id="0" name=""/>
        <dsp:cNvSpPr/>
      </dsp:nvSpPr>
      <dsp:spPr>
        <a:xfrm>
          <a:off x="294946" y="3488391"/>
          <a:ext cx="4129251" cy="560880"/>
        </a:xfrm>
        <a:prstGeom prst="roundRect">
          <a:avLst/>
        </a:prstGeom>
        <a:solidFill>
          <a:schemeClr val="accent1">
            <a:shade val="50000"/>
            <a:hueOff val="222839"/>
            <a:satOff val="5970"/>
            <a:lumOff val="263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076" tIns="0" rIns="1560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>
              <a:latin typeface="Times New Roman"/>
              <a:cs typeface="Times New Roman"/>
            </a:rPr>
            <a:t>Material </a:t>
          </a:r>
        </a:p>
      </dsp:txBody>
      <dsp:txXfrm>
        <a:off x="322326" y="3515771"/>
        <a:ext cx="4074491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4282F-6E91-424A-97F8-989BF9189EF9}">
      <dsp:nvSpPr>
        <dsp:cNvPr id="0" name=""/>
        <dsp:cNvSpPr/>
      </dsp:nvSpPr>
      <dsp:spPr>
        <a:xfrm>
          <a:off x="-5371229" y="-812027"/>
          <a:ext cx="6395709" cy="6395709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DA56FF-FA3C-4ED9-8F2D-01982B4C0A22}">
      <dsp:nvSpPr>
        <dsp:cNvPr id="0" name=""/>
        <dsp:cNvSpPr/>
      </dsp:nvSpPr>
      <dsp:spPr>
        <a:xfrm>
          <a:off x="501219" y="385973"/>
          <a:ext cx="4453090" cy="73084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108" tIns="55880" rIns="55880" bIns="5588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>
              <a:latin typeface="Times New Roman"/>
              <a:cs typeface="Times New Roman"/>
            </a:rPr>
            <a:t>Minimally Invasive</a:t>
          </a:r>
        </a:p>
      </dsp:txBody>
      <dsp:txXfrm>
        <a:off x="501219" y="385973"/>
        <a:ext cx="4453090" cy="730844"/>
      </dsp:txXfrm>
    </dsp:sp>
    <dsp:sp modelId="{6B5DE79C-2025-4C10-8B44-827A6310F173}">
      <dsp:nvSpPr>
        <dsp:cNvPr id="0" name=""/>
        <dsp:cNvSpPr/>
      </dsp:nvSpPr>
      <dsp:spPr>
        <a:xfrm>
          <a:off x="79576" y="284382"/>
          <a:ext cx="913555" cy="9135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5A9CB-1C36-4336-BB43-D09C7613181D}">
      <dsp:nvSpPr>
        <dsp:cNvPr id="0" name=""/>
        <dsp:cNvSpPr/>
      </dsp:nvSpPr>
      <dsp:spPr>
        <a:xfrm>
          <a:off x="955363" y="1472197"/>
          <a:ext cx="4034080" cy="730844"/>
        </a:xfrm>
        <a:prstGeom prst="rect">
          <a:avLst/>
        </a:prstGeom>
        <a:solidFill>
          <a:schemeClr val="accent1">
            <a:shade val="80000"/>
            <a:hueOff val="90421"/>
            <a:satOff val="1725"/>
            <a:lumOff val="7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10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>
              <a:latin typeface="Times New Roman"/>
              <a:cs typeface="Times New Roman"/>
            </a:rPr>
            <a:t>Dynamic Adjustment of Stimulation Parameters</a:t>
          </a:r>
          <a:endParaRPr lang="it-IT" sz="2200" kern="1200"/>
        </a:p>
      </dsp:txBody>
      <dsp:txXfrm>
        <a:off x="955363" y="1472197"/>
        <a:ext cx="4034080" cy="730844"/>
      </dsp:txXfrm>
    </dsp:sp>
    <dsp:sp modelId="{D53BA04C-489C-4D79-B28E-4997F5D1DCF7}">
      <dsp:nvSpPr>
        <dsp:cNvPr id="0" name=""/>
        <dsp:cNvSpPr/>
      </dsp:nvSpPr>
      <dsp:spPr>
        <a:xfrm>
          <a:off x="498586" y="1380838"/>
          <a:ext cx="913555" cy="9135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90421"/>
              <a:satOff val="1725"/>
              <a:lumOff val="76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2CC4E-9515-475A-970C-891B4ADB8B17}">
      <dsp:nvSpPr>
        <dsp:cNvPr id="0" name=""/>
        <dsp:cNvSpPr/>
      </dsp:nvSpPr>
      <dsp:spPr>
        <a:xfrm>
          <a:off x="955363" y="2568654"/>
          <a:ext cx="4034080" cy="730844"/>
        </a:xfrm>
        <a:prstGeom prst="rect">
          <a:avLst/>
        </a:prstGeom>
        <a:solidFill>
          <a:schemeClr val="accent1">
            <a:shade val="80000"/>
            <a:hueOff val="180842"/>
            <a:satOff val="3450"/>
            <a:lumOff val="152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10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>
              <a:latin typeface="Times New Roman"/>
              <a:cs typeface="Times New Roman"/>
            </a:rPr>
            <a:t>No Increase in Tissue Temperature</a:t>
          </a:r>
          <a:endParaRPr lang="it-IT" sz="2200" kern="1200"/>
        </a:p>
      </dsp:txBody>
      <dsp:txXfrm>
        <a:off x="955363" y="2568654"/>
        <a:ext cx="4034080" cy="730844"/>
      </dsp:txXfrm>
    </dsp:sp>
    <dsp:sp modelId="{AB7F5A98-7C0A-48C8-884C-FF82C5437B07}">
      <dsp:nvSpPr>
        <dsp:cNvPr id="0" name=""/>
        <dsp:cNvSpPr/>
      </dsp:nvSpPr>
      <dsp:spPr>
        <a:xfrm>
          <a:off x="498586" y="2477294"/>
          <a:ext cx="913555" cy="9135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80842"/>
              <a:satOff val="3450"/>
              <a:lumOff val="152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91E53-AFF5-4252-B37F-06518C368582}">
      <dsp:nvSpPr>
        <dsp:cNvPr id="0" name=""/>
        <dsp:cNvSpPr/>
      </dsp:nvSpPr>
      <dsp:spPr>
        <a:xfrm>
          <a:off x="536353" y="3654600"/>
          <a:ext cx="4453090" cy="730844"/>
        </a:xfrm>
        <a:prstGeom prst="rect">
          <a:avLst/>
        </a:prstGeom>
        <a:solidFill>
          <a:schemeClr val="accent1">
            <a:shade val="80000"/>
            <a:hueOff val="271263"/>
            <a:satOff val="5175"/>
            <a:lumOff val="228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10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>
              <a:latin typeface="Times New Roman"/>
              <a:cs typeface="Times New Roman"/>
            </a:rPr>
            <a:t>Low-cost</a:t>
          </a:r>
          <a:endParaRPr lang="it-IT" sz="2200" kern="1200"/>
        </a:p>
      </dsp:txBody>
      <dsp:txXfrm>
        <a:off x="536353" y="3654600"/>
        <a:ext cx="4453090" cy="730844"/>
      </dsp:txXfrm>
    </dsp:sp>
    <dsp:sp modelId="{57912953-C4D5-44DB-A279-C83DE473E387}">
      <dsp:nvSpPr>
        <dsp:cNvPr id="0" name=""/>
        <dsp:cNvSpPr/>
      </dsp:nvSpPr>
      <dsp:spPr>
        <a:xfrm>
          <a:off x="79576" y="3563245"/>
          <a:ext cx="913555" cy="9135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71263"/>
              <a:satOff val="5175"/>
              <a:lumOff val="228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E9619-FC82-4156-8B55-1E8EA2995E71}">
      <dsp:nvSpPr>
        <dsp:cNvPr id="0" name=""/>
        <dsp:cNvSpPr/>
      </dsp:nvSpPr>
      <dsp:spPr>
        <a:xfrm>
          <a:off x="1203995" y="250423"/>
          <a:ext cx="768076" cy="7680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FD0DA-E9D0-4A25-B2B5-7DB2386CD521}">
      <dsp:nvSpPr>
        <dsp:cNvPr id="0" name=""/>
        <dsp:cNvSpPr/>
      </dsp:nvSpPr>
      <dsp:spPr>
        <a:xfrm>
          <a:off x="734615" y="1279580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 err="1">
              <a:latin typeface="Aptos" panose="020B0004020202020204" pitchFamily="34" charset="0"/>
            </a:rPr>
            <a:t>Fully</a:t>
          </a:r>
          <a:r>
            <a:rPr lang="it-IT" sz="1300" kern="1200" dirty="0">
              <a:latin typeface="Aptos" panose="020B0004020202020204" pitchFamily="34" charset="0"/>
            </a:rPr>
            <a:t> </a:t>
          </a:r>
          <a:r>
            <a:rPr lang="it-IT" sz="1300" kern="1200" dirty="0" err="1">
              <a:latin typeface="Aptos" panose="020B0004020202020204" pitchFamily="34" charset="0"/>
            </a:rPr>
            <a:t>implantable</a:t>
          </a:r>
          <a:r>
            <a:rPr lang="it-IT" sz="1300" kern="1200" dirty="0">
              <a:latin typeface="Aptos" panose="020B0004020202020204" pitchFamily="34" charset="0"/>
            </a:rPr>
            <a:t> and wireless system </a:t>
          </a:r>
          <a:endParaRPr lang="en-US" sz="1300" kern="1200" dirty="0">
            <a:latin typeface="Aptos" panose="020B0004020202020204" pitchFamily="34" charset="0"/>
          </a:endParaRPr>
        </a:p>
      </dsp:txBody>
      <dsp:txXfrm>
        <a:off x="734615" y="1279580"/>
        <a:ext cx="1706835" cy="682734"/>
      </dsp:txXfrm>
    </dsp:sp>
    <dsp:sp modelId="{B7148AC5-53FB-470E-8FF7-EA9F7E0A741E}">
      <dsp:nvSpPr>
        <dsp:cNvPr id="0" name=""/>
        <dsp:cNvSpPr/>
      </dsp:nvSpPr>
      <dsp:spPr>
        <a:xfrm>
          <a:off x="3209528" y="250423"/>
          <a:ext cx="768076" cy="7680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F7AEE-B31A-419B-B2DF-68976D291DD7}">
      <dsp:nvSpPr>
        <dsp:cNvPr id="0" name=""/>
        <dsp:cNvSpPr/>
      </dsp:nvSpPr>
      <dsp:spPr>
        <a:xfrm>
          <a:off x="2740148" y="1279580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ptos" panose="020B0004020202020204" pitchFamily="34" charset="0"/>
            </a:rPr>
            <a:t>Monitoring </a:t>
          </a:r>
          <a:r>
            <a:rPr lang="it-IT" sz="1300" kern="1200" dirty="0" err="1">
              <a:latin typeface="Aptos" panose="020B0004020202020204" pitchFamily="34" charset="0"/>
            </a:rPr>
            <a:t>postoperative</a:t>
          </a:r>
          <a:r>
            <a:rPr lang="it-IT" sz="1300" kern="1200" dirty="0">
              <a:latin typeface="Aptos" panose="020B0004020202020204" pitchFamily="34" charset="0"/>
            </a:rPr>
            <a:t> </a:t>
          </a:r>
          <a:r>
            <a:rPr lang="it-IT" sz="1300" kern="1200" dirty="0" err="1">
              <a:latin typeface="Aptos" panose="020B0004020202020204" pitchFamily="34" charset="0"/>
            </a:rPr>
            <a:t>bladder</a:t>
          </a:r>
          <a:r>
            <a:rPr lang="it-IT" sz="1300" kern="1200" dirty="0">
              <a:latin typeface="Aptos" panose="020B0004020202020204" pitchFamily="34" charset="0"/>
            </a:rPr>
            <a:t> recovery </a:t>
          </a:r>
          <a:endParaRPr lang="en-US" sz="1300" kern="1200" dirty="0">
            <a:latin typeface="Aptos" panose="020B0004020202020204" pitchFamily="34" charset="0"/>
          </a:endParaRPr>
        </a:p>
      </dsp:txBody>
      <dsp:txXfrm>
        <a:off x="2740148" y="1279580"/>
        <a:ext cx="1706835" cy="682734"/>
      </dsp:txXfrm>
    </dsp:sp>
    <dsp:sp modelId="{B110F22B-2E7D-4BE2-922B-E26FF3D9CC06}">
      <dsp:nvSpPr>
        <dsp:cNvPr id="0" name=""/>
        <dsp:cNvSpPr/>
      </dsp:nvSpPr>
      <dsp:spPr>
        <a:xfrm>
          <a:off x="1203995" y="2389023"/>
          <a:ext cx="768076" cy="7680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61247-73F6-4065-9987-8D6E8FF3CF72}">
      <dsp:nvSpPr>
        <dsp:cNvPr id="0" name=""/>
        <dsp:cNvSpPr/>
      </dsp:nvSpPr>
      <dsp:spPr>
        <a:xfrm>
          <a:off x="734615" y="3418179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ptos" panose="020B0004020202020204" pitchFamily="34" charset="0"/>
            </a:rPr>
            <a:t>Strain gauge and base station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latin typeface="Aptos" panose="020B0004020202020204" pitchFamily="34" charset="0"/>
            </a:rPr>
            <a:t> </a:t>
          </a:r>
          <a:endParaRPr lang="en-US" sz="1300" kern="1200" dirty="0">
            <a:latin typeface="Aptos" panose="020B0004020202020204" pitchFamily="34" charset="0"/>
          </a:endParaRPr>
        </a:p>
      </dsp:txBody>
      <dsp:txXfrm>
        <a:off x="734615" y="3418179"/>
        <a:ext cx="1706835" cy="682734"/>
      </dsp:txXfrm>
    </dsp:sp>
    <dsp:sp modelId="{498F1631-A49D-4FF9-B69B-DCCBF24D88C0}">
      <dsp:nvSpPr>
        <dsp:cNvPr id="0" name=""/>
        <dsp:cNvSpPr/>
      </dsp:nvSpPr>
      <dsp:spPr>
        <a:xfrm>
          <a:off x="3209528" y="2389023"/>
          <a:ext cx="768076" cy="7680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DD34E-FCF6-4DA7-9FAA-E70E1B7A822D}">
      <dsp:nvSpPr>
        <dsp:cNvPr id="0" name=""/>
        <dsp:cNvSpPr/>
      </dsp:nvSpPr>
      <dsp:spPr>
        <a:xfrm>
          <a:off x="2740148" y="3418179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>
              <a:latin typeface="Aptos" panose="020B0004020202020204" pitchFamily="34" charset="0"/>
            </a:rPr>
            <a:t>Measurement of bladder deformation</a:t>
          </a:r>
          <a:endParaRPr lang="en-US" sz="1300" kern="1200">
            <a:latin typeface="Aptos" panose="020B0004020202020204" pitchFamily="34" charset="0"/>
          </a:endParaRPr>
        </a:p>
      </dsp:txBody>
      <dsp:txXfrm>
        <a:off x="2740148" y="3418179"/>
        <a:ext cx="1706835" cy="682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557FA-3D87-4B68-B250-3771569FC653}">
      <dsp:nvSpPr>
        <dsp:cNvPr id="0" name=""/>
        <dsp:cNvSpPr/>
      </dsp:nvSpPr>
      <dsp:spPr>
        <a:xfrm>
          <a:off x="0" y="372278"/>
          <a:ext cx="6521450" cy="1871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137" tIns="374904" rIns="50613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 err="1"/>
            <a:t>Implantation</a:t>
          </a:r>
          <a:r>
            <a:rPr lang="it-IT" sz="1800" kern="1200" dirty="0"/>
            <a:t> techniques and position do </a:t>
          </a:r>
          <a:r>
            <a:rPr lang="it-IT" sz="1800" kern="1200" dirty="0" err="1"/>
            <a:t>not</a:t>
          </a:r>
          <a:r>
            <a:rPr lang="it-IT" sz="1800" kern="1200" dirty="0"/>
            <a:t> </a:t>
          </a:r>
          <a:r>
            <a:rPr lang="it-IT" sz="1800" kern="1200" dirty="0" err="1"/>
            <a:t>constrainbladder</a:t>
          </a:r>
          <a:r>
            <a:rPr lang="it-IT" sz="1800" kern="1200" dirty="0"/>
            <a:t> </a:t>
          </a:r>
          <a:r>
            <a:rPr lang="it-IT" sz="1800" kern="1200" dirty="0" err="1"/>
            <a:t>function</a:t>
          </a: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b="0" kern="1200"/>
            <a:t>No long-term infetion or inflammatory response observed in rats or primates</a:t>
          </a: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b="0" kern="1200"/>
            <a:t> </a:t>
          </a:r>
          <a:r>
            <a:rPr lang="it-IT" sz="1800" kern="1200"/>
            <a:t>Explored a bioresorbable sensor design </a:t>
          </a:r>
          <a:endParaRPr lang="it-IT" sz="1800" kern="1200" dirty="0"/>
        </a:p>
      </dsp:txBody>
      <dsp:txXfrm>
        <a:off x="0" y="372278"/>
        <a:ext cx="6521450" cy="1871100"/>
      </dsp:txXfrm>
    </dsp:sp>
    <dsp:sp modelId="{D74E18F0-A883-4C98-AF98-C03E54C1077A}">
      <dsp:nvSpPr>
        <dsp:cNvPr id="0" name=""/>
        <dsp:cNvSpPr/>
      </dsp:nvSpPr>
      <dsp:spPr>
        <a:xfrm>
          <a:off x="326072" y="106598"/>
          <a:ext cx="4565015" cy="53136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547" tIns="0" rIns="1725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Pros</a:t>
          </a:r>
          <a:r>
            <a:rPr lang="it-IT" sz="1800" kern="1200" dirty="0"/>
            <a:t>: </a:t>
          </a:r>
        </a:p>
      </dsp:txBody>
      <dsp:txXfrm>
        <a:off x="352011" y="132537"/>
        <a:ext cx="4513137" cy="479482"/>
      </dsp:txXfrm>
    </dsp:sp>
    <dsp:sp modelId="{32DDC31A-D52A-47B2-832A-231F1FAF3E87}">
      <dsp:nvSpPr>
        <dsp:cNvPr id="0" name=""/>
        <dsp:cNvSpPr/>
      </dsp:nvSpPr>
      <dsp:spPr>
        <a:xfrm>
          <a:off x="0" y="2606259"/>
          <a:ext cx="6521450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71263"/>
              <a:satOff val="5175"/>
              <a:lumOff val="228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6137" tIns="374904" rIns="50613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b="0" kern="1200" dirty="0"/>
            <a:t>No </a:t>
          </a:r>
          <a:r>
            <a:rPr lang="it-IT" sz="1800" b="0" kern="1200" dirty="0" err="1"/>
            <a:t>solution</a:t>
          </a:r>
          <a:r>
            <a:rPr lang="it-IT" sz="1800" b="0" kern="1200" dirty="0"/>
            <a:t> for energy management</a:t>
          </a: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Pressure </a:t>
          </a:r>
          <a:r>
            <a:rPr lang="it-IT" sz="1800" kern="1200" dirty="0" err="1"/>
            <a:t>calibration</a:t>
          </a:r>
          <a:r>
            <a:rPr lang="it-IT" sz="1800" kern="1200" dirty="0"/>
            <a:t> limited to 20 cm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it-IT" sz="18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it-IT" sz="1800" b="0" i="0" kern="1200" smtClean="0">
                      <a:latin typeface="Cambria Math" panose="02040503050406030204" pitchFamily="18" charset="0"/>
                    </a:rPr>
                    <m:t>H</m:t>
                  </m:r>
                </m:e>
                <m:sub>
                  <m:r>
                    <a:rPr lang="it-IT" sz="1800" b="0" i="0" kern="1200" smtClean="0">
                      <a:latin typeface="Cambria Math" panose="02040503050406030204" pitchFamily="18" charset="0"/>
                    </a:rPr>
                    <m:t>2</m:t>
                  </m:r>
                </m:sub>
              </m:sSub>
              <m:r>
                <m:rPr>
                  <m:sty m:val="p"/>
                </m:rPr>
                <a:rPr lang="it-IT" sz="1800" b="0" i="0" kern="1200" smtClean="0">
                  <a:latin typeface="Cambria Math" panose="02040503050406030204" pitchFamily="18" charset="0"/>
                </a:rPr>
                <m:t>O</m:t>
              </m:r>
            </m:oMath>
          </a14:m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kern="1200" dirty="0"/>
            <a:t>No human trials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800" b="0" kern="1200"/>
            <a:t>Pressure estimation depends on tissue mechanics</a:t>
          </a:r>
          <a:endParaRPr lang="it-IT" sz="1800" kern="1200" dirty="0"/>
        </a:p>
      </dsp:txBody>
      <dsp:txXfrm>
        <a:off x="0" y="2606259"/>
        <a:ext cx="6521450" cy="1644300"/>
      </dsp:txXfrm>
    </dsp:sp>
    <dsp:sp modelId="{40889E29-3468-4657-9AB3-ED1FABD7046F}">
      <dsp:nvSpPr>
        <dsp:cNvPr id="0" name=""/>
        <dsp:cNvSpPr/>
      </dsp:nvSpPr>
      <dsp:spPr>
        <a:xfrm>
          <a:off x="326072" y="2340579"/>
          <a:ext cx="4565015" cy="531360"/>
        </a:xfrm>
        <a:prstGeom prst="roundRect">
          <a:avLst/>
        </a:prstGeom>
        <a:solidFill>
          <a:schemeClr val="accent1">
            <a:shade val="80000"/>
            <a:hueOff val="271263"/>
            <a:satOff val="5175"/>
            <a:lumOff val="228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547" tIns="0" rIns="17254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Cons:</a:t>
          </a:r>
        </a:p>
      </dsp:txBody>
      <dsp:txXfrm>
        <a:off x="352011" y="2366518"/>
        <a:ext cx="4513137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DA7B-8C22-4020-AC89-ABB7C730D44A}" type="datetimeFigureOut">
              <a:rPr lang="it-IT" smtClean="0"/>
              <a:t>22/05/2025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72283-F757-42EF-B837-4E590BD8F3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403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2FC391-0479-4A70-8AC8-8F764AAA77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499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D086-8EA4-4EA1-8F7B-89D9F76309B2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920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98A9-4F25-D82A-2D51-E68D7C1E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5B67A07-6198-B018-FA91-DFC068A7B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D82962B-463D-A35B-8CF2-0F8A794E5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39E39B-4260-C08C-A6F0-5ACFB2CC2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D086-8EA4-4EA1-8F7B-89D9F76309B2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0203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304B-94D7-7811-AC9B-ACA11BF0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A61AAFB-15D3-830E-C3E6-9D0D2D8BB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C4CAA4B-A7DE-BA48-7208-F7781580D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C7B1B8-E9B1-161B-F7B1-173D610F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D086-8EA4-4EA1-8F7B-89D9F76309B2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532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7549-B9E8-4CE2-A42C-6D14E488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90EF1A0-BF14-BA45-0B23-A90CB7BC6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A5E1CF-DB25-5810-D229-222CD1F0F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9CE673-AE13-A45B-5540-8C3DB8210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D086-8EA4-4EA1-8F7B-89D9F76309B2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5773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3B00-BD1E-FB79-5E3B-65376FC1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6C6CCC6-B9DD-1A93-81E6-BF3AFCA74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0239768-1975-6868-D669-ACE35DC7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567A26-44EC-9BA3-88C0-68FC03644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BD086-8EA4-4EA1-8F7B-89D9F76309B2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626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98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437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54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8816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18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5845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64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17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11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081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035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705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265D8A9-9CC6-468C-BD14-16D6904F1E95}" type="slidenum">
              <a:rPr lang="it-IT" smtClean="0"/>
              <a:t>‹N›</a:t>
            </a:fld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87364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8346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B635E-F5EC-405D-82B9-A2ABB8A8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39C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39940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2591E8-9121-B196-A14F-AF2F5A62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92192C-239B-1A04-96C4-BDD77ADFC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2868C8-102F-81C6-F02C-689DE6171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77A6F5E-4181-E390-4227-BE0BE5FE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52D6-19C1-4B6F-B394-C7CFA329384A}" type="datetimeFigureOut">
              <a:rPr lang="it-IT" smtClean="0"/>
              <a:t>22/05/2025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CA13DB-2262-28B7-9B63-08525F959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CB7C68-D417-42AD-92AF-9DA21FC7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E8BE7-AA14-42AC-915B-14CBBBD5DB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472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176963"/>
            <a:ext cx="493311" cy="68262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81890" y="6356549"/>
            <a:ext cx="431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0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26F915-7A8E-61FC-1929-CAAE5142C42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0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18" Type="http://schemas.openxmlformats.org/officeDocument/2006/relationships/image" Target="../media/image40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17" Type="http://schemas.openxmlformats.org/officeDocument/2006/relationships/image" Target="../media/image39.png"/><Relationship Id="rId2" Type="http://schemas.openxmlformats.org/officeDocument/2006/relationships/diagramData" Target="../diagrams/data3.xml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11" Type="http://schemas.openxmlformats.org/officeDocument/2006/relationships/image" Target="../media/image33.png"/><Relationship Id="rId5" Type="http://schemas.openxmlformats.org/officeDocument/2006/relationships/diagramColors" Target="../diagrams/colors3.xml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19" Type="http://schemas.openxmlformats.org/officeDocument/2006/relationships/image" Target="../media/image41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6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0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50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6C2ACEAF-6931-6048-9058-EB8E92E72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7364" y="2839619"/>
            <a:ext cx="9837271" cy="1862669"/>
          </a:xfrm>
        </p:spPr>
        <p:txBody>
          <a:bodyPr>
            <a:normAutofit/>
          </a:bodyPr>
          <a:lstStyle/>
          <a:p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Wireless UHF RFID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based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bladder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pressure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sensor</a:t>
            </a:r>
            <a:endParaRPr lang="it-IT" sz="3000" b="0" i="1">
              <a:solidFill>
                <a:srgbClr val="10036D"/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2BAE768-4E6A-E840-B7B5-4D045C73B34E}"/>
              </a:ext>
            </a:extLst>
          </p:cNvPr>
          <p:cNvSpPr txBox="1">
            <a:spLocks/>
          </p:cNvSpPr>
          <p:nvPr/>
        </p:nvSpPr>
        <p:spPr>
          <a:xfrm>
            <a:off x="287821" y="638158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80A9F2-A430-874E-8228-994E40F61F2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CF159AA-BF05-B546-B125-18E15ECAF26C}"/>
              </a:ext>
            </a:extLst>
          </p:cNvPr>
          <p:cNvSpPr/>
          <p:nvPr/>
        </p:nvSpPr>
        <p:spPr>
          <a:xfrm>
            <a:off x="76199" y="5887092"/>
            <a:ext cx="4963887" cy="970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B823108-9897-C247-AF0F-D8C27D02E1B6}"/>
              </a:ext>
            </a:extLst>
          </p:cNvPr>
          <p:cNvSpPr txBox="1">
            <a:spLocks noChangeArrowheads="1"/>
          </p:cNvSpPr>
          <p:nvPr/>
        </p:nvSpPr>
        <p:spPr>
          <a:xfrm>
            <a:off x="1659421" y="5285828"/>
            <a:ext cx="2312861" cy="1349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aboratorio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lettromagnetismo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ervasivo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288925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8B164D0-FF84-F14C-9AF7-00FED4BF6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821" y="5072738"/>
            <a:ext cx="1340782" cy="16287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CA5A61-617F-9846-B258-D62BD53C5F7F}"/>
              </a:ext>
            </a:extLst>
          </p:cNvPr>
          <p:cNvSpPr txBox="1"/>
          <p:nvPr/>
        </p:nvSpPr>
        <p:spPr>
          <a:xfrm>
            <a:off x="3238262" y="1170027"/>
            <a:ext cx="57154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Sistemi Wearable e Telemetria Medica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A.A 2024-25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it-IT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Final</a:t>
            </a: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course</a:t>
            </a: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project)</a:t>
            </a:r>
          </a:p>
        </p:txBody>
      </p:sp>
      <p:sp>
        <p:nvSpPr>
          <p:cNvPr id="9" name="CasellaDiTesto 7">
            <a:extLst>
              <a:ext uri="{FF2B5EF4-FFF2-40B4-BE49-F238E27FC236}">
                <a16:creationId xmlns:a16="http://schemas.microsoft.com/office/drawing/2014/main" id="{217ED77A-7079-47BE-941F-2EEF719C7A53}"/>
              </a:ext>
            </a:extLst>
          </p:cNvPr>
          <p:cNvSpPr txBox="1"/>
          <p:nvPr/>
        </p:nvSpPr>
        <p:spPr>
          <a:xfrm>
            <a:off x="7560086" y="5640814"/>
            <a:ext cx="4198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Prof.		G. Marrocco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Tutor: 	              Ing. Francesca Nanni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4D2ECC-BFAB-7FA4-4E4C-13EC120C799F}"/>
              </a:ext>
            </a:extLst>
          </p:cNvPr>
          <p:cNvSpPr txBox="1"/>
          <p:nvPr/>
        </p:nvSpPr>
        <p:spPr>
          <a:xfrm>
            <a:off x="4286887" y="4537877"/>
            <a:ext cx="361822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600" b="1">
                <a:solidFill>
                  <a:schemeClr val="tx2"/>
                </a:solidFill>
              </a:rPr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117314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E37F2A2E-E126-E5BF-FB7D-A4185967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4322"/>
            <a:ext cx="12217819" cy="3009355"/>
          </a:xfrm>
          <a:prstGeom prst="rect">
            <a:avLst/>
          </a:prstGeom>
        </p:spPr>
      </p:pic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F3E99A30-F894-08C7-F5E5-0A1CBE0AB410}"/>
              </a:ext>
            </a:extLst>
          </p:cNvPr>
          <p:cNvSpPr/>
          <p:nvPr/>
        </p:nvSpPr>
        <p:spPr>
          <a:xfrm rot="5400000">
            <a:off x="4925961" y="3438832"/>
            <a:ext cx="412955" cy="57273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62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1F2D0EB-2A7F-39A9-E918-F509881A66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44180" y="184355"/>
            <a:ext cx="3303640" cy="74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4400" err="1">
                <a:solidFill>
                  <a:schemeClr val="tx2"/>
                </a:solidFill>
                <a:latin typeface="Aptos Display"/>
                <a:cs typeface="Arial"/>
              </a:rPr>
              <a:t>Introduction</a:t>
            </a:r>
            <a:endParaRPr lang="it-IT" sz="4400" err="1">
              <a:solidFill>
                <a:schemeClr val="tx2"/>
              </a:solidFill>
              <a:latin typeface="Aptos Display" panose="020B0004020202020204" pitchFamily="34" charset="0"/>
            </a:endParaRPr>
          </a:p>
        </p:txBody>
      </p:sp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14AF26F-126E-EAAF-703B-FEBB94AB0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7" t="2007" r="6221" b="3368"/>
          <a:stretch/>
        </p:blipFill>
        <p:spPr>
          <a:xfrm>
            <a:off x="8562319" y="184355"/>
            <a:ext cx="3303639" cy="6489290"/>
          </a:xfrm>
          <a:prstGeom prst="rect">
            <a:avLst/>
          </a:prstGeom>
        </p:spPr>
      </p:pic>
      <p:pic>
        <p:nvPicPr>
          <p:cNvPr id="9" name="Immagine 8" descr="Immagine che contiene testo&#10;&#10;Il contenuto generato dall'IA potrebbe non essere corretto.">
            <a:extLst>
              <a:ext uri="{FF2B5EF4-FFF2-40B4-BE49-F238E27FC236}">
                <a16:creationId xmlns:a16="http://schemas.microsoft.com/office/drawing/2014/main" id="{457F3C25-B57D-B98E-1404-8693DD080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2"/>
          <a:stretch/>
        </p:blipFill>
        <p:spPr>
          <a:xfrm>
            <a:off x="509655" y="2660229"/>
            <a:ext cx="3921493" cy="334594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9DD7B61-DB5F-7688-92B6-3C5BFBCD44F1}"/>
              </a:ext>
            </a:extLst>
          </p:cNvPr>
          <p:cNvSpPr txBox="1"/>
          <p:nvPr/>
        </p:nvSpPr>
        <p:spPr>
          <a:xfrm>
            <a:off x="203521" y="1115053"/>
            <a:ext cx="826234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lower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urinary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tract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b="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(LUT)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is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susceptible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to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diseases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,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injuries</a:t>
            </a:r>
            <a:r>
              <a:rPr lang="it-IT" b="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, 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and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dysfunctions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nervous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system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that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can lead to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loss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or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reduction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bladder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fullness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sensation</a:t>
            </a:r>
            <a:r>
              <a:rPr lang="it-IT" b="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. 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Special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attention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is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given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to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two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groups of monitoring devices</a:t>
            </a:r>
            <a:r>
              <a:rPr lang="it-IT" b="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: 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wearable devices for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continuous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and home monitoring and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implantable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sensors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for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chronic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monitoring</a:t>
            </a:r>
            <a:r>
              <a:rPr lang="it-IT" b="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.</a:t>
            </a:r>
            <a:endParaRPr lang="it-IT">
              <a:solidFill>
                <a:srgbClr val="111111"/>
              </a:solidFill>
              <a:latin typeface="Times New Roman"/>
              <a:ea typeface="Roboto"/>
              <a:cs typeface="Roboto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AD4684E-C6B3-8E02-CE6A-9CA7FC37CEE7}"/>
              </a:ext>
            </a:extLst>
          </p:cNvPr>
          <p:cNvSpPr txBox="1"/>
          <p:nvPr/>
        </p:nvSpPr>
        <p:spPr>
          <a:xfrm>
            <a:off x="5014449" y="3363707"/>
            <a:ext cx="3303639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Dysfunctions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urinary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tract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can be</a:t>
            </a:r>
            <a:r>
              <a:rPr lang="it-IT" sz="2000" b="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: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endParaRPr lang="it-IT" sz="2000">
              <a:solidFill>
                <a:srgbClr val="000000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v"/>
            </a:pP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Non-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neurogenic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endParaRPr lang="it-IT" sz="20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v"/>
            </a:pP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Neurogenic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endParaRPr lang="it-IT" sz="20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Wingdings"/>
              <a:buChar char="v"/>
            </a:pP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Degenerative and neurodegenerative </a:t>
            </a:r>
            <a:endParaRPr lang="it-IT" sz="200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507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17B07B3-4F3D-B4BC-0AE0-256A2FC860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624" y="180703"/>
            <a:ext cx="5600352" cy="5677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4000" err="1">
                <a:solidFill>
                  <a:schemeClr val="tx2"/>
                </a:solidFill>
                <a:latin typeface="Aptos Display"/>
                <a:cs typeface="Arial"/>
              </a:rPr>
              <a:t>Implantable</a:t>
            </a:r>
            <a:r>
              <a:rPr lang="it-IT" sz="4000">
                <a:solidFill>
                  <a:schemeClr val="tx2"/>
                </a:solidFill>
                <a:latin typeface="Aptos Display"/>
                <a:cs typeface="Arial"/>
              </a:rPr>
              <a:t> </a:t>
            </a:r>
            <a:r>
              <a:rPr lang="it-IT" sz="4000" err="1">
                <a:solidFill>
                  <a:schemeClr val="tx2"/>
                </a:solidFill>
                <a:latin typeface="Aptos Display"/>
                <a:cs typeface="Arial"/>
              </a:rPr>
              <a:t>sensors</a:t>
            </a:r>
            <a:endParaRPr lang="it-IT" sz="4000" err="1">
              <a:solidFill>
                <a:schemeClr val="tx2"/>
              </a:solidFill>
              <a:latin typeface="Aptos Display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6006AA-F2EF-5BCB-14CD-040F8C9330C1}"/>
              </a:ext>
            </a:extLst>
          </p:cNvPr>
          <p:cNvSpPr txBox="1"/>
          <p:nvPr/>
        </p:nvSpPr>
        <p:spPr>
          <a:xfrm>
            <a:off x="324464" y="1233335"/>
            <a:ext cx="7620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Among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the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anatomical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and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physiological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parameters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bladder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, </a:t>
            </a:r>
            <a:r>
              <a:rPr lang="it-IT" sz="2000" b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pressure and volume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are the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most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sz="2000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studied</a:t>
            </a:r>
            <a:r>
              <a:rPr lang="it-IT" sz="2000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.</a:t>
            </a:r>
          </a:p>
        </p:txBody>
      </p:sp>
      <p:pic>
        <p:nvPicPr>
          <p:cNvPr id="8" name="Immagine 7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63BB22BF-9D7C-D871-BCF8-EDB907649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868" y="1587277"/>
            <a:ext cx="5766216" cy="4661452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17B5B449-C077-C7C9-7770-2EE1C65761A8}"/>
              </a:ext>
            </a:extLst>
          </p:cNvPr>
          <p:cNvCxnSpPr>
            <a:cxnSpLocks/>
          </p:cNvCxnSpPr>
          <p:nvPr/>
        </p:nvCxnSpPr>
        <p:spPr>
          <a:xfrm flipH="1">
            <a:off x="1111045" y="2163097"/>
            <a:ext cx="1042220" cy="855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1276931-16EE-386B-542D-1A4BC141C71C}"/>
              </a:ext>
            </a:extLst>
          </p:cNvPr>
          <p:cNvCxnSpPr>
            <a:cxnSpLocks/>
          </p:cNvCxnSpPr>
          <p:nvPr/>
        </p:nvCxnSpPr>
        <p:spPr>
          <a:xfrm>
            <a:off x="3362632" y="2163097"/>
            <a:ext cx="1042220" cy="855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2DD11C1-BEBB-94A8-784A-761317D11DA4}"/>
              </a:ext>
            </a:extLst>
          </p:cNvPr>
          <p:cNvSpPr txBox="1"/>
          <p:nvPr/>
        </p:nvSpPr>
        <p:spPr>
          <a:xfrm>
            <a:off x="235973" y="3040840"/>
            <a:ext cx="221225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err="1">
                <a:latin typeface="Times New Roman"/>
                <a:ea typeface="Roboto"/>
                <a:cs typeface="Times New Roman"/>
              </a:rPr>
              <a:t>Implantable</a:t>
            </a:r>
            <a:r>
              <a:rPr lang="it-IT">
                <a:latin typeface="Times New Roman"/>
                <a:ea typeface="Roboto"/>
                <a:cs typeface="Times New Roman"/>
              </a:rPr>
              <a:t> pressure </a:t>
            </a:r>
            <a:r>
              <a:rPr lang="it-IT" err="1">
                <a:latin typeface="Times New Roman"/>
                <a:ea typeface="Roboto"/>
                <a:cs typeface="Times New Roman"/>
              </a:rPr>
              <a:t>sensors</a:t>
            </a:r>
            <a:r>
              <a:rPr lang="it-IT">
                <a:latin typeface="Times New Roman"/>
                <a:ea typeface="Roboto"/>
                <a:cs typeface="Times New Roman"/>
              </a:rPr>
              <a:t>:</a:t>
            </a:r>
            <a:endParaRPr lang="it-IT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it-IT" err="1">
                <a:latin typeface="Times New Roman"/>
                <a:ea typeface="Roboto"/>
                <a:cs typeface="Times New Roman"/>
              </a:rPr>
              <a:t>Intraluminal</a:t>
            </a:r>
            <a:r>
              <a:rPr lang="it-IT">
                <a:latin typeface="Times New Roman"/>
                <a:ea typeface="Roboto"/>
                <a:cs typeface="Times New Roman"/>
              </a:rPr>
              <a:t> </a:t>
            </a:r>
            <a:r>
              <a:rPr lang="it-IT" err="1">
                <a:latin typeface="Times New Roman"/>
                <a:ea typeface="Roboto"/>
                <a:cs typeface="Times New Roman"/>
              </a:rPr>
              <a:t>sensors</a:t>
            </a:r>
            <a:endParaRPr lang="it-IT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it-IT" err="1">
                <a:latin typeface="Times New Roman"/>
                <a:ea typeface="Roboto"/>
                <a:cs typeface="Times New Roman"/>
              </a:rPr>
              <a:t>Suburothelial</a:t>
            </a:r>
            <a:r>
              <a:rPr lang="it-IT">
                <a:latin typeface="Times New Roman"/>
                <a:ea typeface="Roboto"/>
                <a:cs typeface="Times New Roman"/>
              </a:rPr>
              <a:t> </a:t>
            </a:r>
            <a:r>
              <a:rPr lang="it-IT" err="1">
                <a:latin typeface="Times New Roman"/>
                <a:ea typeface="Roboto"/>
                <a:cs typeface="Times New Roman"/>
              </a:rPr>
              <a:t>sensors</a:t>
            </a:r>
            <a:endParaRPr lang="it-IT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E7DF40A-44A5-A339-F71C-17C746A2DB15}"/>
              </a:ext>
            </a:extLst>
          </p:cNvPr>
          <p:cNvSpPr txBox="1"/>
          <p:nvPr/>
        </p:nvSpPr>
        <p:spPr>
          <a:xfrm>
            <a:off x="3600624" y="3244645"/>
            <a:ext cx="249537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endParaRPr lang="it-IT" sz="2200" b="0">
              <a:solidFill>
                <a:schemeClr val="tx1"/>
              </a:solidFill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A5F0252-4A26-0E8E-FB0B-32ACB247F88A}"/>
              </a:ext>
            </a:extLst>
          </p:cNvPr>
          <p:cNvSpPr txBox="1"/>
          <p:nvPr/>
        </p:nvSpPr>
        <p:spPr>
          <a:xfrm>
            <a:off x="3499558" y="3054350"/>
            <a:ext cx="249029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Volume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sensors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:</a:t>
            </a:r>
            <a:endParaRPr lang="it-IT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Courier New"/>
              <a:buChar char="o"/>
            </a:pP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Monitoring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dimensional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changes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bladder</a:t>
            </a:r>
            <a:endParaRPr lang="it-IT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Courier New"/>
              <a:buChar char="o"/>
            </a:pP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Monitoring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deformation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bladder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walls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.</a:t>
            </a:r>
            <a:endParaRPr lang="it-IT">
              <a:latin typeface="Times New Roman"/>
              <a:ea typeface="Calibri"/>
              <a:cs typeface="Calibri"/>
            </a:endParaRPr>
          </a:p>
        </p:txBody>
      </p:sp>
      <p:pic>
        <p:nvPicPr>
          <p:cNvPr id="22" name="Immagine 21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5D6DD24-82C1-D842-1F31-BD61658A8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5" b="3081"/>
          <a:stretch/>
        </p:blipFill>
        <p:spPr>
          <a:xfrm>
            <a:off x="-3458" y="840657"/>
            <a:ext cx="5357681" cy="6017343"/>
          </a:xfrm>
          <a:prstGeom prst="rect">
            <a:avLst/>
          </a:prstGeom>
        </p:spPr>
      </p:pic>
      <p:pic>
        <p:nvPicPr>
          <p:cNvPr id="28" name="Immagine 2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B3CF9ED-7A5B-1BDF-D9E3-D070B8DA9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7" t="11027"/>
          <a:stretch/>
        </p:blipFill>
        <p:spPr>
          <a:xfrm>
            <a:off x="5185706" y="752650"/>
            <a:ext cx="6903843" cy="610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7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EE4A1D35-F9F5-D98B-0E84-09B42BED3D99}"/>
              </a:ext>
            </a:extLst>
          </p:cNvPr>
          <p:cNvSpPr txBox="1"/>
          <p:nvPr/>
        </p:nvSpPr>
        <p:spPr>
          <a:xfrm>
            <a:off x="462117" y="1166843"/>
            <a:ext cx="3386814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Implantable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volume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sensors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:</a:t>
            </a:r>
          </a:p>
          <a:p>
            <a:pPr marL="285750" indent="-285750">
              <a:buFont typeface="Wingdings"/>
              <a:buChar char="Ø"/>
            </a:pP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measurements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dimensional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variations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bladder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are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based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on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estimation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distance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between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pairs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of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sensors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anchored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to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external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bladder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walls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</a:rPr>
              <a:t> → 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capacitive and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magnetic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sensors</a:t>
            </a:r>
            <a:r>
              <a:rPr lang="it-IT" b="0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.</a:t>
            </a:r>
            <a:endParaRPr lang="it-IT">
              <a:solidFill>
                <a:srgbClr val="111111"/>
              </a:solidFill>
              <a:latin typeface="Times New Roman"/>
              <a:ea typeface="Roboto"/>
              <a:cs typeface="Roboto"/>
              <a:sym typeface="Wingdings" panose="05000000000000000000" pitchFamily="2" charset="2"/>
            </a:endParaRPr>
          </a:p>
          <a:p>
            <a:pPr marL="285750" indent="-285750">
              <a:buFont typeface="Wingdings"/>
              <a:buChar char="Ø"/>
            </a:pP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measurement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of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bladder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deformations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presents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several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challenges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mainly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related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to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need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to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find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an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optimal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mechanical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compliance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between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sensor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 and the </a:t>
            </a:r>
            <a:r>
              <a:rPr lang="it-IT" err="1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tissue</a:t>
            </a:r>
            <a:r>
              <a:rPr lang="it-IT">
                <a:solidFill>
                  <a:srgbClr val="111111"/>
                </a:solidFill>
                <a:latin typeface="Times New Roman"/>
                <a:ea typeface="Roboto"/>
                <a:cs typeface="Roboto"/>
                <a:sym typeface="Wingdings" panose="05000000000000000000" pitchFamily="2" charset="2"/>
              </a:rPr>
              <a:t>.</a:t>
            </a:r>
            <a:endParaRPr lang="it-IT">
              <a:solidFill>
                <a:srgbClr val="111111"/>
              </a:solidFill>
              <a:latin typeface="Times New Roman"/>
              <a:ea typeface="Roboto"/>
              <a:cs typeface="Roboto"/>
            </a:endParaRPr>
          </a:p>
        </p:txBody>
      </p:sp>
      <p:pic>
        <p:nvPicPr>
          <p:cNvPr id="10" name="Immagine 9" descr="Immagine che contiene testo, schermata, catalogo&#10;&#10;Il contenuto generato dall'IA potrebbe non essere corretto.">
            <a:extLst>
              <a:ext uri="{FF2B5EF4-FFF2-40B4-BE49-F238E27FC236}">
                <a16:creationId xmlns:a16="http://schemas.microsoft.com/office/drawing/2014/main" id="{50572EAD-EE41-2206-7EC2-66AA532EE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" t="7381" r="6184" b="27738"/>
          <a:stretch>
            <a:fillRect/>
          </a:stretch>
        </p:blipFill>
        <p:spPr>
          <a:xfrm>
            <a:off x="3853482" y="375478"/>
            <a:ext cx="8151423" cy="602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9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B327B49-F2E3-36C2-C29C-C246E59FCE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03174" y="197663"/>
            <a:ext cx="5268318" cy="5618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4400" err="1">
                <a:solidFill>
                  <a:schemeClr val="tx2"/>
                </a:solidFill>
                <a:latin typeface="Aptos Display"/>
                <a:cs typeface="Arial"/>
              </a:rPr>
              <a:t>Conclusions</a:t>
            </a:r>
            <a:endParaRPr lang="it-IT" sz="4400">
              <a:solidFill>
                <a:schemeClr val="tx2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Immagine 4" descr="Immagine che contiene testo, schermata, Carattere, logo&#10;&#10;Il contenuto generato dall&amp;#39;IA potrebbe non essere corretto.">
            <a:extLst>
              <a:ext uri="{FF2B5EF4-FFF2-40B4-BE49-F238E27FC236}">
                <a16:creationId xmlns:a16="http://schemas.microsoft.com/office/drawing/2014/main" id="{848A474C-93AE-0F5B-2C26-FB36DE470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12" y="926026"/>
            <a:ext cx="11004177" cy="593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5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C1B22748-EBAD-05AB-0CF0-26672EB1D671}"/>
              </a:ext>
            </a:extLst>
          </p:cNvPr>
          <p:cNvSpPr txBox="1"/>
          <p:nvPr/>
        </p:nvSpPr>
        <p:spPr>
          <a:xfrm>
            <a:off x="442126" y="1280178"/>
            <a:ext cx="10440237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it-IT" sz="2200" u="sng">
                <a:latin typeface="Times New Roman"/>
                <a:ea typeface="+mn-lt"/>
                <a:cs typeface="+mn-lt"/>
              </a:rPr>
              <a:t>Clinical </a:t>
            </a:r>
            <a:r>
              <a:rPr lang="it-IT" sz="2200" u="sng" err="1">
                <a:latin typeface="Times New Roman"/>
                <a:ea typeface="+mn-lt"/>
                <a:cs typeface="+mn-lt"/>
              </a:rPr>
              <a:t>context</a:t>
            </a:r>
            <a:r>
              <a:rPr lang="it-IT" sz="2200" u="sng">
                <a:latin typeface="Times New Roman"/>
                <a:ea typeface="+mn-lt"/>
                <a:cs typeface="+mn-lt"/>
              </a:rPr>
              <a:t>: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Overactive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b="0" err="1">
                <a:latin typeface="Times New Roman"/>
                <a:ea typeface="+mn-lt"/>
                <a:cs typeface="+mn-lt"/>
              </a:rPr>
              <a:t>Bladder</a:t>
            </a:r>
            <a:r>
              <a:rPr lang="it-IT" sz="2200" b="0">
                <a:latin typeface="Times New Roman"/>
                <a:ea typeface="+mn-lt"/>
                <a:cs typeface="+mn-lt"/>
              </a:rPr>
              <a:t> (OAB) </a:t>
            </a:r>
            <a:r>
              <a:rPr lang="it-IT" sz="2200" err="1">
                <a:latin typeface="Times New Roman"/>
                <a:ea typeface="+mn-lt"/>
                <a:cs typeface="+mn-lt"/>
              </a:rPr>
              <a:t>affects</a:t>
            </a:r>
            <a:r>
              <a:rPr lang="it-IT" sz="2200">
                <a:latin typeface="Times New Roman"/>
                <a:ea typeface="+mn-lt"/>
                <a:cs typeface="+mn-lt"/>
              </a:rPr>
              <a:t> over </a:t>
            </a:r>
            <a:r>
              <a:rPr lang="it-IT" sz="2200" b="0">
                <a:latin typeface="Times New Roman"/>
                <a:ea typeface="+mn-lt"/>
                <a:cs typeface="+mn-lt"/>
              </a:rPr>
              <a:t>20% </a:t>
            </a:r>
            <a:r>
              <a:rPr lang="it-IT" sz="2200">
                <a:latin typeface="Times New Roman"/>
                <a:ea typeface="+mn-lt"/>
                <a:cs typeface="+mn-lt"/>
              </a:rPr>
              <a:t>of </a:t>
            </a:r>
            <a:r>
              <a:rPr lang="it-IT" sz="2200" err="1">
                <a:latin typeface="Times New Roman"/>
                <a:ea typeface="+mn-lt"/>
                <a:cs typeface="+mn-lt"/>
              </a:rPr>
              <a:t>individuals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b="0">
                <a:latin typeface="Times New Roman"/>
                <a:ea typeface="+mn-lt"/>
                <a:cs typeface="+mn-lt"/>
              </a:rPr>
              <a:t>over 40 </a:t>
            </a:r>
            <a:r>
              <a:rPr lang="it-IT" sz="2200">
                <a:latin typeface="Times New Roman"/>
                <a:ea typeface="+mn-lt"/>
                <a:cs typeface="+mn-lt"/>
              </a:rPr>
              <a:t>and can cause </a:t>
            </a:r>
            <a:r>
              <a:rPr lang="it-IT" sz="2200" err="1">
                <a:latin typeface="Times New Roman"/>
                <a:ea typeface="+mn-lt"/>
                <a:cs typeface="+mn-lt"/>
              </a:rPr>
              <a:t>psychological</a:t>
            </a:r>
            <a:r>
              <a:rPr lang="it-IT" sz="2200">
                <a:latin typeface="Times New Roman"/>
                <a:ea typeface="+mn-lt"/>
                <a:cs typeface="+mn-lt"/>
              </a:rPr>
              <a:t> distress, </a:t>
            </a:r>
            <a:r>
              <a:rPr lang="it-IT" sz="2200" err="1">
                <a:latin typeface="Times New Roman"/>
                <a:ea typeface="+mn-lt"/>
                <a:cs typeface="+mn-lt"/>
              </a:rPr>
              <a:t>kidney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damage</a:t>
            </a:r>
            <a:r>
              <a:rPr lang="it-IT" sz="2200">
                <a:latin typeface="Times New Roman"/>
                <a:ea typeface="+mn-lt"/>
                <a:cs typeface="+mn-lt"/>
              </a:rPr>
              <a:t>, and social </a:t>
            </a:r>
            <a:r>
              <a:rPr lang="it-IT" sz="2200" err="1">
                <a:latin typeface="Times New Roman"/>
                <a:ea typeface="+mn-lt"/>
                <a:cs typeface="+mn-lt"/>
              </a:rPr>
              <a:t>isolation</a:t>
            </a:r>
            <a:r>
              <a:rPr lang="it-IT" sz="2200">
                <a:latin typeface="Times New Roman"/>
                <a:ea typeface="+mn-lt"/>
                <a:cs typeface="+mn-lt"/>
              </a:rPr>
              <a:t>.</a:t>
            </a:r>
            <a:endParaRPr lang="it-IT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200" u="sng" err="1">
                <a:latin typeface="Times New Roman"/>
                <a:ea typeface="+mn-lt"/>
                <a:cs typeface="+mn-lt"/>
              </a:rPr>
              <a:t>Objective</a:t>
            </a:r>
            <a:r>
              <a:rPr lang="it-IT" sz="2200" u="sng">
                <a:latin typeface="Times New Roman"/>
                <a:ea typeface="+mn-lt"/>
                <a:cs typeface="+mn-lt"/>
              </a:rPr>
              <a:t>: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Develop</a:t>
            </a:r>
            <a:r>
              <a:rPr lang="it-IT" sz="2200">
                <a:latin typeface="Times New Roman"/>
                <a:ea typeface="+mn-lt"/>
                <a:cs typeface="+mn-lt"/>
              </a:rPr>
              <a:t> an </a:t>
            </a:r>
            <a:r>
              <a:rPr lang="it-IT" sz="2200" err="1">
                <a:latin typeface="Times New Roman"/>
                <a:ea typeface="+mn-lt"/>
                <a:cs typeface="+mn-lt"/>
              </a:rPr>
              <a:t>implantable</a:t>
            </a:r>
            <a:r>
              <a:rPr lang="it-IT" sz="2200">
                <a:latin typeface="Times New Roman"/>
                <a:ea typeface="+mn-lt"/>
                <a:cs typeface="+mn-lt"/>
              </a:rPr>
              <a:t>, </a:t>
            </a:r>
            <a:r>
              <a:rPr lang="it-IT" sz="2200" err="1">
                <a:latin typeface="Times New Roman"/>
                <a:ea typeface="+mn-lt"/>
                <a:cs typeface="+mn-lt"/>
              </a:rPr>
              <a:t>adhesive</a:t>
            </a:r>
            <a:r>
              <a:rPr lang="it-IT" sz="2200" b="0">
                <a:latin typeface="Times New Roman"/>
                <a:ea typeface="+mn-lt"/>
                <a:cs typeface="+mn-lt"/>
              </a:rPr>
              <a:t>, </a:t>
            </a:r>
            <a:r>
              <a:rPr lang="it-IT" sz="2200">
                <a:latin typeface="Times New Roman"/>
                <a:ea typeface="+mn-lt"/>
                <a:cs typeface="+mn-lt"/>
              </a:rPr>
              <a:t>and ultra-soft </a:t>
            </a:r>
            <a:r>
              <a:rPr lang="it-IT" sz="2200" err="1">
                <a:latin typeface="Times New Roman"/>
                <a:ea typeface="+mn-lt"/>
                <a:cs typeface="+mn-lt"/>
              </a:rPr>
              <a:t>sensor</a:t>
            </a:r>
            <a:r>
              <a:rPr lang="it-IT" sz="2200">
                <a:latin typeface="Times New Roman"/>
                <a:ea typeface="+mn-lt"/>
                <a:cs typeface="+mn-lt"/>
              </a:rPr>
              <a:t> for </a:t>
            </a:r>
            <a:r>
              <a:rPr lang="it-IT" sz="2200" err="1">
                <a:latin typeface="Times New Roman"/>
                <a:ea typeface="+mn-lt"/>
                <a:cs typeface="+mn-lt"/>
              </a:rPr>
              <a:t>simultaneous</a:t>
            </a:r>
            <a:r>
              <a:rPr lang="it-IT" sz="2200">
                <a:latin typeface="Times New Roman"/>
                <a:ea typeface="+mn-lt"/>
                <a:cs typeface="+mn-lt"/>
              </a:rPr>
              <a:t> monitoring of </a:t>
            </a:r>
            <a:r>
              <a:rPr lang="it-IT" sz="2200" err="1">
                <a:latin typeface="Times New Roman"/>
                <a:ea typeface="+mn-lt"/>
                <a:cs typeface="+mn-lt"/>
              </a:rPr>
              <a:t>contraction</a:t>
            </a:r>
            <a:r>
              <a:rPr lang="it-IT" sz="2200">
                <a:latin typeface="Times New Roman"/>
                <a:ea typeface="+mn-lt"/>
                <a:cs typeface="+mn-lt"/>
              </a:rPr>
              <a:t> (strain) and EMG of the </a:t>
            </a:r>
            <a:r>
              <a:rPr lang="it-IT" sz="2200" err="1">
                <a:latin typeface="Times New Roman"/>
                <a:ea typeface="+mn-lt"/>
                <a:cs typeface="+mn-lt"/>
              </a:rPr>
              <a:t>bladder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wall</a:t>
            </a:r>
            <a:r>
              <a:rPr lang="it-IT" sz="2200" b="0">
                <a:latin typeface="Times New Roman"/>
                <a:ea typeface="+mn-lt"/>
                <a:cs typeface="+mn-lt"/>
              </a:rPr>
              <a:t>.</a:t>
            </a:r>
            <a:endParaRPr lang="it-IT" sz="2200" b="0">
              <a:latin typeface="Times New Roman"/>
              <a:cs typeface="Times New Roman" panose="02020603050405020304" pitchFamily="18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78B7536-6200-71EF-16B8-423B48ECA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862" y="3078420"/>
            <a:ext cx="6733153" cy="363694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565DEBC-0E4F-C5A4-1374-9127C3E4F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10" y="1276129"/>
            <a:ext cx="11016281" cy="487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7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4314761-8E8D-3427-AAE7-8D6D4F4E2C1F}"/>
              </a:ext>
            </a:extLst>
          </p:cNvPr>
          <p:cNvSpPr txBox="1"/>
          <p:nvPr/>
        </p:nvSpPr>
        <p:spPr>
          <a:xfrm>
            <a:off x="4088369" y="141646"/>
            <a:ext cx="772850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4400" b="1" err="1">
                <a:solidFill>
                  <a:schemeClr val="tx2"/>
                </a:solidFill>
                <a:latin typeface="Aptos Display"/>
              </a:rPr>
              <a:t>Anatomical</a:t>
            </a:r>
            <a:r>
              <a:rPr lang="it-IT" sz="4400" b="1">
                <a:solidFill>
                  <a:schemeClr val="tx2"/>
                </a:solidFill>
                <a:latin typeface="Aptos Display"/>
              </a:rPr>
              <a:t> </a:t>
            </a:r>
            <a:r>
              <a:rPr lang="it-IT" sz="4400" b="1" err="1">
                <a:solidFill>
                  <a:schemeClr val="tx2"/>
                </a:solidFill>
                <a:latin typeface="Aptos Display"/>
              </a:rPr>
              <a:t>Implantation</a:t>
            </a:r>
            <a:r>
              <a:rPr lang="it-IT" sz="4400" b="1">
                <a:solidFill>
                  <a:schemeClr val="tx2"/>
                </a:solidFill>
                <a:latin typeface="Aptos Display"/>
              </a:rPr>
              <a:t> </a:t>
            </a:r>
            <a:r>
              <a:rPr lang="it-IT" sz="4400" b="1" err="1">
                <a:solidFill>
                  <a:schemeClr val="tx2"/>
                </a:solidFill>
                <a:latin typeface="Aptos Display"/>
              </a:rPr>
              <a:t>Sites</a:t>
            </a:r>
            <a:r>
              <a:rPr lang="it-IT"/>
              <a:t> </a:t>
            </a:r>
            <a:endParaRPr lang="it-IT" sz="2200" b="0">
              <a:solidFill>
                <a:schemeClr val="tx1"/>
              </a:solidFill>
            </a:endParaRPr>
          </a:p>
        </p:txBody>
      </p:sp>
      <p:pic>
        <p:nvPicPr>
          <p:cNvPr id="13" name="Immagine 12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6B443352-0F98-80C0-A093-2FB57663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125"/>
            <a:ext cx="12192000" cy="3854162"/>
          </a:xfrm>
          <a:prstGeom prst="rect">
            <a:avLst/>
          </a:prstGeom>
        </p:spPr>
      </p:pic>
      <p:pic>
        <p:nvPicPr>
          <p:cNvPr id="10" name="Immagine 9" descr="Immagine che contiene testo&#10;&#10;Il contenuto generato dall&amp;#39;IA potrebbe non essere corretto.">
            <a:extLst>
              <a:ext uri="{FF2B5EF4-FFF2-40B4-BE49-F238E27FC236}">
                <a16:creationId xmlns:a16="http://schemas.microsoft.com/office/drawing/2014/main" id="{B225DF8F-EA05-84D6-9618-A893F57CC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09" y="2151334"/>
            <a:ext cx="7314218" cy="3876398"/>
          </a:xfrm>
          <a:prstGeom prst="rect">
            <a:avLst/>
          </a:prstGeom>
        </p:spPr>
      </p:pic>
      <p:pic>
        <p:nvPicPr>
          <p:cNvPr id="11" name="Immagine 10" descr="Immagine che contiene testo, schermata, poster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1B0E53A5-6A54-558C-F9D3-7C59B21B0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698" y="2656354"/>
            <a:ext cx="3804958" cy="37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6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7594AF9-A896-12B9-686C-F345C25A5801}"/>
              </a:ext>
            </a:extLst>
          </p:cNvPr>
          <p:cNvSpPr/>
          <p:nvPr/>
        </p:nvSpPr>
        <p:spPr>
          <a:xfrm>
            <a:off x="6647058" y="802361"/>
            <a:ext cx="4707240" cy="182421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5CDB13ED-E467-107F-2650-D264D5EBA791}"/>
              </a:ext>
            </a:extLst>
          </p:cNvPr>
          <p:cNvSpPr/>
          <p:nvPr/>
        </p:nvSpPr>
        <p:spPr>
          <a:xfrm>
            <a:off x="835744" y="801544"/>
            <a:ext cx="4713215" cy="18246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A114848-229E-182A-807D-BEB34DEB7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56140" y="229630"/>
            <a:ext cx="6101533" cy="55993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sz="4800" err="1">
                <a:solidFill>
                  <a:srgbClr val="10036D"/>
                </a:solidFill>
                <a:latin typeface="Aptos Display"/>
                <a:ea typeface="Calibri"/>
                <a:cs typeface="Arial"/>
              </a:rPr>
              <a:t>Bladder</a:t>
            </a:r>
            <a:r>
              <a:rPr lang="it-IT" sz="4800">
                <a:solidFill>
                  <a:srgbClr val="10036D"/>
                </a:solidFill>
                <a:latin typeface="Aptos Display"/>
                <a:ea typeface="Calibri"/>
                <a:cs typeface="Arial"/>
              </a:rPr>
              <a:t> Pressure Analysis</a:t>
            </a:r>
            <a:endParaRPr lang="it-IT">
              <a:latin typeface="Aptos Display"/>
            </a:endParaRPr>
          </a:p>
          <a:p>
            <a:endParaRPr lang="it-IT" sz="4800">
              <a:solidFill>
                <a:srgbClr val="10036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F47D9A0-DE46-0997-3616-B47DF72F043A}"/>
              </a:ext>
            </a:extLst>
          </p:cNvPr>
          <p:cNvSpPr txBox="1"/>
          <p:nvPr/>
        </p:nvSpPr>
        <p:spPr>
          <a:xfrm>
            <a:off x="1070216" y="1052933"/>
            <a:ext cx="425676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latin typeface="Times New Roman"/>
                <a:ea typeface="+mn-lt"/>
                <a:cs typeface="+mn-lt"/>
              </a:rPr>
              <a:t>Physiological</a:t>
            </a:r>
            <a:r>
              <a:rPr lang="it-IT" sz="2400">
                <a:latin typeface="Times New Roman"/>
                <a:ea typeface="+mn-lt"/>
                <a:cs typeface="+mn-lt"/>
              </a:rPr>
              <a:t> </a:t>
            </a:r>
            <a:r>
              <a:rPr lang="it-IT" sz="2400" err="1">
                <a:latin typeface="Times New Roman"/>
                <a:ea typeface="+mn-lt"/>
                <a:cs typeface="+mn-lt"/>
              </a:rPr>
              <a:t>conditions</a:t>
            </a:r>
            <a:r>
              <a:rPr lang="it-IT" sz="2400">
                <a:latin typeface="Times New Roman"/>
                <a:ea typeface="+mn-lt"/>
                <a:cs typeface="+mn-lt"/>
              </a:rPr>
              <a:t>: </a:t>
            </a:r>
            <a:endParaRPr lang="it-IT">
              <a:latin typeface="Times New Roman"/>
              <a:ea typeface="+mn-lt"/>
              <a:cs typeface="+mn-lt"/>
            </a:endParaRPr>
          </a:p>
          <a:p>
            <a:r>
              <a:rPr lang="it-IT" sz="2400">
                <a:latin typeface="Times New Roman"/>
                <a:ea typeface="+mn-lt"/>
                <a:cs typeface="+mn-lt"/>
              </a:rPr>
              <a:t>Filling -&gt; 10-20 </a:t>
            </a:r>
            <a:r>
              <a:rPr lang="it-IT" sz="2400" err="1">
                <a:latin typeface="Times New Roman"/>
                <a:ea typeface="+mn-lt"/>
                <a:cs typeface="+mn-lt"/>
              </a:rPr>
              <a:t>cmH₂O</a:t>
            </a:r>
            <a:r>
              <a:rPr lang="it-IT" sz="2400">
                <a:latin typeface="Times New Roman"/>
                <a:ea typeface="+mn-lt"/>
                <a:cs typeface="+mn-lt"/>
              </a:rPr>
              <a:t>, </a:t>
            </a:r>
            <a:endParaRPr lang="it-IT">
              <a:latin typeface="Times New Roman"/>
              <a:ea typeface="+mn-lt"/>
              <a:cs typeface="+mn-lt"/>
            </a:endParaRPr>
          </a:p>
          <a:p>
            <a:r>
              <a:rPr lang="it-IT" sz="2400" err="1">
                <a:latin typeface="Times New Roman"/>
                <a:ea typeface="+mn-lt"/>
                <a:cs typeface="+mn-lt"/>
              </a:rPr>
              <a:t>Voiding</a:t>
            </a:r>
            <a:r>
              <a:rPr lang="it-IT" sz="2400">
                <a:latin typeface="Times New Roman"/>
                <a:ea typeface="+mn-lt"/>
                <a:cs typeface="+mn-lt"/>
              </a:rPr>
              <a:t> -&gt; 80-100 </a:t>
            </a:r>
            <a:r>
              <a:rPr lang="it-IT" sz="2400" err="1">
                <a:latin typeface="Times New Roman"/>
                <a:ea typeface="+mn-lt"/>
                <a:cs typeface="+mn-lt"/>
              </a:rPr>
              <a:t>cmH₂O</a:t>
            </a:r>
            <a:endParaRPr lang="it-IT">
              <a:latin typeface="Times New Roman"/>
              <a:ea typeface="Calibri"/>
              <a:cs typeface="Calibri"/>
            </a:endParaRPr>
          </a:p>
          <a:p>
            <a:endParaRPr lang="it-IT" sz="2400">
              <a:latin typeface="Times New Roman"/>
              <a:ea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5EFA38B-B965-6564-49BC-A35C7BA0E62E}"/>
              </a:ext>
            </a:extLst>
          </p:cNvPr>
          <p:cNvSpPr txBox="1"/>
          <p:nvPr/>
        </p:nvSpPr>
        <p:spPr>
          <a:xfrm>
            <a:off x="7204474" y="866806"/>
            <a:ext cx="588514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latin typeface="Times New Roman"/>
                <a:ea typeface="+mn-lt"/>
                <a:cs typeface="Times New Roman"/>
              </a:rPr>
              <a:t>Pathological</a:t>
            </a:r>
            <a:r>
              <a:rPr lang="it-IT" sz="2400">
                <a:latin typeface="Times New Roman"/>
                <a:ea typeface="+mn-lt"/>
                <a:cs typeface="Times New Roman"/>
              </a:rPr>
              <a:t> </a:t>
            </a:r>
            <a:r>
              <a:rPr lang="it-IT" sz="2400" err="1">
                <a:latin typeface="Times New Roman"/>
                <a:ea typeface="+mn-lt"/>
                <a:cs typeface="Times New Roman"/>
              </a:rPr>
              <a:t>conditions</a:t>
            </a:r>
            <a:r>
              <a:rPr lang="it-IT" sz="2400">
                <a:latin typeface="Times New Roman"/>
                <a:ea typeface="+mn-lt"/>
                <a:cs typeface="Times New Roman"/>
              </a:rPr>
              <a:t>:</a:t>
            </a:r>
          </a:p>
          <a:p>
            <a:pPr marL="342900" indent="-342900">
              <a:buFont typeface="Courier New"/>
              <a:buChar char="o"/>
            </a:pPr>
            <a:r>
              <a:rPr lang="it-IT" sz="2400" err="1">
                <a:latin typeface="Times New Roman"/>
                <a:ea typeface="+mn-lt"/>
                <a:cs typeface="Times New Roman"/>
              </a:rPr>
              <a:t>Detrusor</a:t>
            </a:r>
            <a:r>
              <a:rPr lang="it-IT" sz="2400">
                <a:latin typeface="Times New Roman"/>
                <a:ea typeface="+mn-lt"/>
                <a:cs typeface="Times New Roman"/>
              </a:rPr>
              <a:t> </a:t>
            </a:r>
            <a:r>
              <a:rPr lang="it-IT" sz="2400" err="1">
                <a:latin typeface="Times New Roman"/>
                <a:ea typeface="+mn-lt"/>
                <a:cs typeface="Times New Roman"/>
              </a:rPr>
              <a:t>overactivity</a:t>
            </a:r>
            <a:endParaRPr lang="it-IT" sz="240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Courier New"/>
              <a:buChar char="o"/>
            </a:pPr>
            <a:r>
              <a:rPr lang="it-IT" sz="2400" err="1">
                <a:latin typeface="Times New Roman"/>
                <a:ea typeface="+mn-lt"/>
                <a:cs typeface="Times New Roman"/>
              </a:rPr>
              <a:t>Vesicoureteral</a:t>
            </a:r>
            <a:r>
              <a:rPr lang="it-IT" sz="2400">
                <a:latin typeface="Times New Roman"/>
                <a:ea typeface="+mn-lt"/>
                <a:cs typeface="Times New Roman"/>
              </a:rPr>
              <a:t> </a:t>
            </a:r>
            <a:r>
              <a:rPr lang="it-IT" sz="2400" err="1">
                <a:latin typeface="Times New Roman"/>
                <a:ea typeface="+mn-lt"/>
                <a:cs typeface="Times New Roman"/>
              </a:rPr>
              <a:t>reflux</a:t>
            </a:r>
            <a:endParaRPr lang="it-IT" sz="240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Courier New"/>
              <a:buChar char="o"/>
            </a:pPr>
            <a:r>
              <a:rPr lang="it-IT" sz="2400" err="1">
                <a:latin typeface="Times New Roman"/>
                <a:ea typeface="+mn-lt"/>
                <a:cs typeface="Times New Roman"/>
              </a:rPr>
              <a:t>Bladder</a:t>
            </a:r>
            <a:r>
              <a:rPr lang="it-IT" sz="2400">
                <a:latin typeface="Times New Roman"/>
                <a:ea typeface="+mn-lt"/>
                <a:cs typeface="Times New Roman"/>
              </a:rPr>
              <a:t> outlet </a:t>
            </a:r>
            <a:r>
              <a:rPr lang="it-IT" sz="2400" err="1">
                <a:latin typeface="Times New Roman"/>
                <a:ea typeface="+mn-lt"/>
                <a:cs typeface="Times New Roman"/>
              </a:rPr>
              <a:t>obstruction</a:t>
            </a:r>
            <a:endParaRPr lang="it-IT" sz="240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Courier New"/>
              <a:buChar char="o"/>
            </a:pPr>
            <a:endParaRPr lang="it-IT" sz="2400">
              <a:latin typeface="Times New Roman"/>
              <a:ea typeface="Calibri"/>
              <a:cs typeface="Calibri"/>
            </a:endParaRPr>
          </a:p>
        </p:txBody>
      </p:sp>
      <p:pic>
        <p:nvPicPr>
          <p:cNvPr id="13" name="Immagine 12" descr="Immagine che contiene testo, diagramma, Carattere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1C4113C2-B823-FDBB-5F66-3696A651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5" t="-1661" r="-100" b="2466"/>
          <a:stretch>
            <a:fillRect/>
          </a:stretch>
        </p:blipFill>
        <p:spPr>
          <a:xfrm>
            <a:off x="838797" y="2650705"/>
            <a:ext cx="10515946" cy="377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cerchio, schermata, Elementi grafici&#10;&#10;Il contenuto generato dall&amp;#39;IA potrebbe non essere corretto.">
            <a:extLst>
              <a:ext uri="{FF2B5EF4-FFF2-40B4-BE49-F238E27FC236}">
                <a16:creationId xmlns:a16="http://schemas.microsoft.com/office/drawing/2014/main" id="{422915F5-992D-A2FB-1500-985A103F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43" y="224117"/>
            <a:ext cx="10321714" cy="682438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8F0B7BC-8211-4C61-2C8D-CA3257D5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Aptos Display"/>
                <a:cs typeface="Arial"/>
              </a:rPr>
              <a:t>Next step and project </a:t>
            </a:r>
            <a:r>
              <a:rPr lang="it-IT" err="1">
                <a:latin typeface="Aptos Display"/>
                <a:cs typeface="Arial"/>
              </a:rPr>
              <a:t>potential</a:t>
            </a:r>
            <a:endParaRPr lang="it-IT">
              <a:latin typeface="Aptos Display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12B8FD-2840-B961-3FE6-1590AE9F54A1}"/>
              </a:ext>
            </a:extLst>
          </p:cNvPr>
          <p:cNvSpPr txBox="1"/>
          <p:nvPr/>
        </p:nvSpPr>
        <p:spPr>
          <a:xfrm>
            <a:off x="1249238" y="2918629"/>
            <a:ext cx="193637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>
                <a:latin typeface="Times New Roman"/>
                <a:ea typeface="Calibri"/>
                <a:cs typeface="Calibri"/>
              </a:rPr>
              <a:t>Innovative and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biocompatible</a:t>
            </a:r>
            <a:r>
              <a:rPr lang="it-IT" sz="2200" b="1">
                <a:latin typeface="Times New Roman"/>
                <a:ea typeface="Calibri"/>
                <a:cs typeface="Calibri"/>
              </a:rPr>
              <a:t> design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7487DC-B24D-448F-B2E7-3EFF9E5B3A47}"/>
              </a:ext>
            </a:extLst>
          </p:cNvPr>
          <p:cNvSpPr txBox="1"/>
          <p:nvPr/>
        </p:nvSpPr>
        <p:spPr>
          <a:xfrm>
            <a:off x="4182332" y="3251142"/>
            <a:ext cx="162261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 err="1">
                <a:latin typeface="Times New Roman"/>
                <a:ea typeface="Calibri"/>
                <a:cs typeface="Calibri"/>
              </a:rPr>
              <a:t>Stable</a:t>
            </a:r>
            <a:r>
              <a:rPr lang="it-IT" sz="2200" b="1">
                <a:latin typeface="Times New Roman"/>
                <a:ea typeface="Calibri"/>
                <a:cs typeface="Calibri"/>
              </a:rPr>
              <a:t>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adhesion</a:t>
            </a:r>
            <a:endParaRPr lang="it-IT" sz="2200" b="1">
              <a:latin typeface="Times New Roman"/>
              <a:cs typeface="Times New Roman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298E932-8CE0-215F-E882-5324C2E19D64}"/>
              </a:ext>
            </a:extLst>
          </p:cNvPr>
          <p:cNvSpPr txBox="1"/>
          <p:nvPr/>
        </p:nvSpPr>
        <p:spPr>
          <a:xfrm>
            <a:off x="6563361" y="3250797"/>
            <a:ext cx="222773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 err="1">
                <a:latin typeface="Times New Roman"/>
                <a:ea typeface="Calibri"/>
                <a:cs typeface="Calibri"/>
              </a:rPr>
              <a:t>Minimally</a:t>
            </a:r>
            <a:r>
              <a:rPr lang="it-IT" sz="2200" b="1">
                <a:latin typeface="Times New Roman"/>
                <a:ea typeface="Calibri"/>
                <a:cs typeface="Calibri"/>
              </a:rPr>
              <a:t> invasive</a:t>
            </a:r>
            <a:endParaRPr lang="it-IT" sz="2200" b="1">
              <a:latin typeface="Times New Roman"/>
              <a:cs typeface="Times New Roman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E565427-7148-ED62-C380-EF32E7912D97}"/>
              </a:ext>
            </a:extLst>
          </p:cNvPr>
          <p:cNvSpPr txBox="1"/>
          <p:nvPr/>
        </p:nvSpPr>
        <p:spPr>
          <a:xfrm>
            <a:off x="9020297" y="3267283"/>
            <a:ext cx="205964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>
                <a:latin typeface="Times New Roman"/>
                <a:ea typeface="Calibri"/>
                <a:cs typeface="Calibri"/>
              </a:rPr>
              <a:t>Wireless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potential</a:t>
            </a:r>
            <a:endParaRPr lang="it-IT" sz="2200" b="1" err="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846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F1776-48B6-DA76-73EC-244CBDE3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246" y="200867"/>
            <a:ext cx="8931665" cy="842252"/>
          </a:xfrm>
        </p:spPr>
        <p:txBody>
          <a:bodyPr>
            <a:noAutofit/>
          </a:bodyPr>
          <a:lstStyle/>
          <a:p>
            <a:pPr algn="ctr"/>
            <a:r>
              <a:rPr lang="it-IT" sz="3700">
                <a:solidFill>
                  <a:schemeClr val="tx2"/>
                </a:solidFill>
                <a:cs typeface="Calibri"/>
              </a:rPr>
              <a:t>Device for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Electrical</a:t>
            </a:r>
            <a:r>
              <a:rPr lang="it-IT" sz="3700">
                <a:solidFill>
                  <a:schemeClr val="tx2"/>
                </a:solidFill>
                <a:cs typeface="Calibri"/>
              </a:rPr>
              <a:t>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Neuromodulation</a:t>
            </a:r>
            <a:r>
              <a:rPr lang="it-IT" sz="3700">
                <a:solidFill>
                  <a:schemeClr val="tx2"/>
                </a:solidFill>
                <a:cs typeface="Calibri"/>
              </a:rPr>
              <a:t> of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Bladder</a:t>
            </a:r>
            <a:r>
              <a:rPr lang="it-IT" sz="3700">
                <a:solidFill>
                  <a:schemeClr val="tx2"/>
                </a:solidFill>
                <a:cs typeface="Calibri"/>
              </a:rPr>
              <a:t>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Contractions</a:t>
            </a:r>
            <a:endParaRPr lang="it-IT" err="1">
              <a:solidFill>
                <a:schemeClr val="tx2"/>
              </a:solidFill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5E0FA81-04C8-57C6-944E-29D5E35529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2409289"/>
              </p:ext>
            </p:extLst>
          </p:nvPr>
        </p:nvGraphicFramePr>
        <p:xfrm>
          <a:off x="659526" y="1532981"/>
          <a:ext cx="7254764" cy="4277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magine 6" descr="Immagine che contiene mammifero, cartone animato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BDA6D75B-EE0A-2867-63F6-4CB84C021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4" t="5943" r="13267"/>
          <a:stretch/>
        </p:blipFill>
        <p:spPr>
          <a:xfrm>
            <a:off x="8355724" y="1450087"/>
            <a:ext cx="3720662" cy="432907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2574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7441C4-B35E-5CC3-0580-5373AABA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396" y="94598"/>
            <a:ext cx="8773438" cy="910313"/>
          </a:xfrm>
        </p:spPr>
        <p:txBody>
          <a:bodyPr>
            <a:normAutofit/>
          </a:bodyPr>
          <a:lstStyle/>
          <a:p>
            <a:r>
              <a:rPr lang="it-IT" sz="4400" err="1">
                <a:solidFill>
                  <a:schemeClr val="tx2"/>
                </a:solidFill>
                <a:cs typeface="Calibri"/>
              </a:rPr>
              <a:t>Constraints</a:t>
            </a:r>
            <a:r>
              <a:rPr lang="it-IT" sz="4400">
                <a:solidFill>
                  <a:schemeClr val="tx2"/>
                </a:solidFill>
                <a:cs typeface="Calibri"/>
              </a:rPr>
              <a:t> and </a:t>
            </a:r>
            <a:r>
              <a:rPr lang="it-IT" sz="4400" err="1">
                <a:solidFill>
                  <a:schemeClr val="tx2"/>
                </a:solidFill>
                <a:cs typeface="Calibri"/>
              </a:rPr>
              <a:t>Biomedical</a:t>
            </a:r>
            <a:r>
              <a:rPr lang="it-IT" sz="4400">
                <a:solidFill>
                  <a:schemeClr val="tx2"/>
                </a:solidFill>
                <a:cs typeface="Calibri"/>
              </a:rPr>
              <a:t> Design</a:t>
            </a:r>
            <a:endParaRPr lang="it-IT">
              <a:solidFill>
                <a:schemeClr val="tx2"/>
              </a:solidFill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F94207A-1F9D-D7DD-C706-6628DA2767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519017"/>
              </p:ext>
            </p:extLst>
          </p:nvPr>
        </p:nvGraphicFramePr>
        <p:xfrm>
          <a:off x="764627" y="1282262"/>
          <a:ext cx="5898931" cy="4845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magine 5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431FBC88-1027-5D2A-1D17-379FAA6B31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544" y="1849265"/>
            <a:ext cx="4264751" cy="384617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455513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CD795-4810-D403-C22A-9F9388B6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343" y="112669"/>
            <a:ext cx="8360674" cy="866038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chemeClr val="tx2"/>
                </a:solidFill>
                <a:cs typeface="Calibri"/>
              </a:rPr>
              <a:t>Power Transmission and </a:t>
            </a:r>
            <a:r>
              <a:rPr lang="it-IT" sz="4000" err="1">
                <a:solidFill>
                  <a:schemeClr val="tx2"/>
                </a:solidFill>
                <a:cs typeface="Calibri"/>
              </a:rPr>
              <a:t>Results</a:t>
            </a:r>
            <a:endParaRPr lang="it-IT">
              <a:solidFill>
                <a:schemeClr val="tx2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5514401-DE5E-0D07-660F-AD02E912DE57}"/>
              </a:ext>
            </a:extLst>
          </p:cNvPr>
          <p:cNvSpPr/>
          <p:nvPr/>
        </p:nvSpPr>
        <p:spPr>
          <a:xfrm>
            <a:off x="1774933" y="1283919"/>
            <a:ext cx="3276000" cy="64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err="1">
                <a:latin typeface="Times New Roman"/>
                <a:cs typeface="Times New Roman"/>
              </a:rPr>
              <a:t>Stable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Magnetic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Coupling</a:t>
            </a:r>
            <a:r>
              <a:rPr lang="it-IT">
                <a:latin typeface="Times New Roman"/>
                <a:cs typeface="Times New Roman"/>
              </a:rPr>
              <a:t> (</a:t>
            </a:r>
            <a:r>
              <a:rPr lang="it-IT" err="1">
                <a:latin typeface="Times New Roman"/>
                <a:cs typeface="Times New Roman"/>
              </a:rPr>
              <a:t>Fixed</a:t>
            </a:r>
            <a:r>
              <a:rPr lang="it-IT">
                <a:latin typeface="Times New Roman"/>
                <a:cs typeface="Times New Roman"/>
              </a:rPr>
              <a:t> Posture)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371FCB4-115A-E4AA-9C28-419D3F17D942}"/>
              </a:ext>
            </a:extLst>
          </p:cNvPr>
          <p:cNvSpPr/>
          <p:nvPr/>
        </p:nvSpPr>
        <p:spPr>
          <a:xfrm>
            <a:off x="653367" y="2001467"/>
            <a:ext cx="2759566" cy="11223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sz="1600"/>
          </a:p>
          <a:p>
            <a:pPr algn="ctr"/>
            <a:r>
              <a:rPr lang="it-IT" sz="1600" err="1">
                <a:latin typeface="Times New Roman"/>
                <a:cs typeface="Times New Roman"/>
              </a:rPr>
              <a:t>External</a:t>
            </a:r>
            <a:r>
              <a:rPr lang="it-IT" sz="1600">
                <a:latin typeface="Times New Roman"/>
                <a:cs typeface="Times New Roman"/>
              </a:rPr>
              <a:t> RF transmission antenna: single-loop, </a:t>
            </a:r>
            <a:r>
              <a:rPr lang="it-IT" sz="1600" err="1">
                <a:latin typeface="Times New Roman"/>
                <a:cs typeface="Times New Roman"/>
              </a:rPr>
              <a:t>powered</a:t>
            </a:r>
            <a:r>
              <a:rPr lang="it-IT" sz="1600">
                <a:latin typeface="Times New Roman"/>
                <a:cs typeface="Times New Roman"/>
              </a:rPr>
              <a:t> by a 13.56 MHz </a:t>
            </a:r>
            <a:r>
              <a:rPr lang="it-IT" sz="1600" err="1">
                <a:latin typeface="Times New Roman"/>
                <a:cs typeface="Times New Roman"/>
              </a:rPr>
              <a:t>signal</a:t>
            </a:r>
            <a:r>
              <a:rPr lang="it-IT" sz="1600">
                <a:latin typeface="Times New Roman"/>
                <a:cs typeface="Times New Roman"/>
              </a:rPr>
              <a:t> generator</a:t>
            </a:r>
            <a:endParaRPr lang="it-IT"/>
          </a:p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3F706FD-2996-21DB-03AD-8E273F0A06D3}"/>
              </a:ext>
            </a:extLst>
          </p:cNvPr>
          <p:cNvSpPr/>
          <p:nvPr/>
        </p:nvSpPr>
        <p:spPr>
          <a:xfrm>
            <a:off x="3412933" y="2001467"/>
            <a:ext cx="2556943" cy="11223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sz="1600"/>
          </a:p>
          <a:p>
            <a:pPr algn="ctr"/>
            <a:r>
              <a:rPr lang="it-IT" sz="1600" err="1">
                <a:latin typeface="Times New Roman"/>
                <a:cs typeface="Times New Roman"/>
              </a:rPr>
              <a:t>Internal</a:t>
            </a:r>
            <a:r>
              <a:rPr lang="it-IT" sz="1600">
                <a:latin typeface="Times New Roman"/>
                <a:cs typeface="Times New Roman"/>
              </a:rPr>
              <a:t> </a:t>
            </a:r>
            <a:r>
              <a:rPr lang="it-IT" sz="1600" err="1">
                <a:latin typeface="Times New Roman"/>
                <a:cs typeface="Times New Roman"/>
              </a:rPr>
              <a:t>receiving</a:t>
            </a:r>
            <a:r>
              <a:rPr lang="it-IT" sz="1600">
                <a:latin typeface="Times New Roman"/>
                <a:cs typeface="Times New Roman"/>
              </a:rPr>
              <a:t> antenna: dual-loop, created by laser ablation on a </a:t>
            </a:r>
            <a:r>
              <a:rPr lang="it-IT" sz="1600" err="1">
                <a:latin typeface="Times New Roman"/>
                <a:cs typeface="Times New Roman"/>
              </a:rPr>
              <a:t>flexible</a:t>
            </a:r>
            <a:r>
              <a:rPr lang="it-IT" sz="1600">
                <a:latin typeface="Times New Roman"/>
                <a:cs typeface="Times New Roman"/>
              </a:rPr>
              <a:t> printed </a:t>
            </a:r>
            <a:r>
              <a:rPr lang="it-IT" sz="1600" err="1">
                <a:latin typeface="Times New Roman"/>
                <a:cs typeface="Times New Roman"/>
              </a:rPr>
              <a:t>circuit</a:t>
            </a:r>
            <a:endParaRPr lang="it-IT" err="1"/>
          </a:p>
          <a:p>
            <a:pPr algn="ctr"/>
            <a:endParaRPr lang="it-IT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74CFE0F8-A546-4D98-6B84-DD66513F3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8"/>
          <a:stretch/>
        </p:blipFill>
        <p:spPr>
          <a:xfrm>
            <a:off x="521367" y="3821085"/>
            <a:ext cx="6136653" cy="224192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Rettangolo 31">
            <a:extLst>
              <a:ext uri="{FF2B5EF4-FFF2-40B4-BE49-F238E27FC236}">
                <a16:creationId xmlns:a16="http://schemas.microsoft.com/office/drawing/2014/main" id="{71849C08-4E84-45A3-9A3B-AB4E221DB269}"/>
              </a:ext>
            </a:extLst>
          </p:cNvPr>
          <p:cNvSpPr/>
          <p:nvPr/>
        </p:nvSpPr>
        <p:spPr>
          <a:xfrm>
            <a:off x="7926114" y="1283919"/>
            <a:ext cx="2984938" cy="64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err="1">
                <a:latin typeface="Times New Roman"/>
                <a:cs typeface="Times New Roman"/>
              </a:rPr>
              <a:t>Results</a:t>
            </a:r>
            <a:endParaRPr lang="it-IT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1D0381D-24A3-CC13-DC9F-758691618A3A}"/>
              </a:ext>
            </a:extLst>
          </p:cNvPr>
          <p:cNvSpPr/>
          <p:nvPr/>
        </p:nvSpPr>
        <p:spPr>
          <a:xfrm>
            <a:off x="7072149" y="2001467"/>
            <a:ext cx="2346434" cy="11223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latin typeface="Times New Roman"/>
                <a:cs typeface="Times New Roman"/>
              </a:rPr>
              <a:t>IVP </a:t>
            </a:r>
            <a:r>
              <a:rPr lang="it-IT" err="1">
                <a:latin typeface="Times New Roman"/>
                <a:cs typeface="Times New Roman"/>
              </a:rPr>
              <a:t>increased</a:t>
            </a:r>
            <a:r>
              <a:rPr lang="it-IT">
                <a:latin typeface="Times New Roman"/>
                <a:cs typeface="Times New Roman"/>
              </a:rPr>
              <a:t> up to 6 cmH₂O in </a:t>
            </a:r>
            <a:r>
              <a:rPr lang="it-IT" err="1">
                <a:latin typeface="Times New Roman"/>
                <a:cs typeface="Times New Roman"/>
              </a:rPr>
              <a:t>response</a:t>
            </a:r>
            <a:r>
              <a:rPr lang="it-IT">
                <a:latin typeface="Times New Roman"/>
                <a:cs typeface="Times New Roman"/>
              </a:rPr>
              <a:t> to </a:t>
            </a:r>
            <a:r>
              <a:rPr lang="it-IT" err="1">
                <a:latin typeface="Times New Roman"/>
                <a:cs typeface="Times New Roman"/>
              </a:rPr>
              <a:t>stimulation</a:t>
            </a:r>
            <a:endParaRPr lang="it-IT" err="1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B3BE0F8C-4DC4-537E-F6A3-51E2C3CA6136}"/>
              </a:ext>
            </a:extLst>
          </p:cNvPr>
          <p:cNvSpPr/>
          <p:nvPr/>
        </p:nvSpPr>
        <p:spPr>
          <a:xfrm>
            <a:off x="9418583" y="2001467"/>
            <a:ext cx="2346434" cy="11223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/>
          </a:p>
          <a:p>
            <a:pPr algn="ctr"/>
            <a:r>
              <a:rPr lang="it-IT" err="1">
                <a:latin typeface="Times New Roman"/>
                <a:cs typeface="Times New Roman"/>
              </a:rPr>
              <a:t>Induced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urination</a:t>
            </a:r>
            <a:r>
              <a:rPr lang="it-IT">
                <a:latin typeface="Times New Roman"/>
                <a:cs typeface="Times New Roman"/>
              </a:rPr>
              <a:t>: ΔP ≈ 2 </a:t>
            </a:r>
            <a:r>
              <a:rPr lang="it-IT" err="1">
                <a:latin typeface="Times New Roman"/>
                <a:cs typeface="Times New Roman"/>
              </a:rPr>
              <a:t>cmH₂O</a:t>
            </a:r>
          </a:p>
          <a:p>
            <a:pPr algn="ctr"/>
            <a:endParaRPr lang="it-IT"/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10A156EC-352A-7A7E-469B-8A4BAB1128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8"/>
          <a:stretch/>
        </p:blipFill>
        <p:spPr>
          <a:xfrm>
            <a:off x="7926404" y="3649868"/>
            <a:ext cx="3404322" cy="293994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9519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97B13-89F2-3051-D50E-0D45DAE4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880" y="502"/>
            <a:ext cx="8435365" cy="1036167"/>
          </a:xfrm>
        </p:spPr>
        <p:txBody>
          <a:bodyPr>
            <a:normAutofit/>
          </a:bodyPr>
          <a:lstStyle/>
          <a:p>
            <a:r>
              <a:rPr lang="it-IT" sz="4000" err="1">
                <a:solidFill>
                  <a:schemeClr val="tx2"/>
                </a:solidFill>
                <a:cs typeface="Calibri"/>
              </a:rPr>
              <a:t>Conclusions</a:t>
            </a:r>
            <a:r>
              <a:rPr lang="it-IT" sz="4000">
                <a:solidFill>
                  <a:schemeClr val="tx2"/>
                </a:solidFill>
                <a:cs typeface="Calibri"/>
              </a:rPr>
              <a:t> and Future </a:t>
            </a:r>
            <a:r>
              <a:rPr lang="it-IT" sz="4000" err="1">
                <a:solidFill>
                  <a:schemeClr val="tx2"/>
                </a:solidFill>
                <a:cs typeface="Calibri"/>
              </a:rPr>
              <a:t>Perspectives</a:t>
            </a:r>
            <a:endParaRPr lang="it-IT" err="1">
              <a:solidFill>
                <a:schemeClr val="tx2"/>
              </a:solidFill>
            </a:endParaRP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F52A1013-4520-781C-534F-802B9D81C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938920"/>
              </p:ext>
            </p:extLst>
          </p:nvPr>
        </p:nvGraphicFramePr>
        <p:xfrm>
          <a:off x="0" y="1450432"/>
          <a:ext cx="5055476" cy="4750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Elemento grafico 6" descr="Strumenti dentistici con riempimento a tinta unita">
            <a:extLst>
              <a:ext uri="{FF2B5EF4-FFF2-40B4-BE49-F238E27FC236}">
                <a16:creationId xmlns:a16="http://schemas.microsoft.com/office/drawing/2014/main" id="{B95F3154-15D3-738E-AFBB-329DFDAE09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190" y="1826181"/>
            <a:ext cx="680546" cy="680546"/>
          </a:xfrm>
          <a:prstGeom prst="rect">
            <a:avLst/>
          </a:prstGeom>
        </p:spPr>
      </p:pic>
      <p:pic>
        <p:nvPicPr>
          <p:cNvPr id="9" name="Elemento grafico 8" descr="Impostazioni con riempimento a tinta unita">
            <a:extLst>
              <a:ext uri="{FF2B5EF4-FFF2-40B4-BE49-F238E27FC236}">
                <a16:creationId xmlns:a16="http://schemas.microsoft.com/office/drawing/2014/main" id="{6724C813-B911-0F24-B220-0B9E0D394E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523" y="2919256"/>
            <a:ext cx="722586" cy="722586"/>
          </a:xfrm>
          <a:prstGeom prst="rect">
            <a:avLst/>
          </a:prstGeom>
        </p:spPr>
      </p:pic>
      <p:pic>
        <p:nvPicPr>
          <p:cNvPr id="11" name="Elemento grafico 10" descr="Temperatura alta con riempimento a tinta unita">
            <a:extLst>
              <a:ext uri="{FF2B5EF4-FFF2-40B4-BE49-F238E27FC236}">
                <a16:creationId xmlns:a16="http://schemas.microsoft.com/office/drawing/2014/main" id="{EE28BCC6-4012-0EBF-73E6-3117B1B705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6681" y="4009707"/>
            <a:ext cx="646382" cy="646382"/>
          </a:xfrm>
          <a:prstGeom prst="rect">
            <a:avLst/>
          </a:prstGeom>
        </p:spPr>
      </p:pic>
      <p:pic>
        <p:nvPicPr>
          <p:cNvPr id="13" name="Elemento grafico 12" descr="Denaro con riempimento a tinta unita">
            <a:extLst>
              <a:ext uri="{FF2B5EF4-FFF2-40B4-BE49-F238E27FC236}">
                <a16:creationId xmlns:a16="http://schemas.microsoft.com/office/drawing/2014/main" id="{5A8EC243-98D0-977F-FA79-0D4C5B976B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224" y="5110666"/>
            <a:ext cx="673976" cy="673976"/>
          </a:xfrm>
          <a:prstGeom prst="rect">
            <a:avLst/>
          </a:prstGeom>
        </p:spPr>
      </p:pic>
      <p:pic>
        <p:nvPicPr>
          <p:cNvPr id="15" name="Elemento grafico 14" descr="Indietro con riempimento a tinta unita">
            <a:extLst>
              <a:ext uri="{FF2B5EF4-FFF2-40B4-BE49-F238E27FC236}">
                <a16:creationId xmlns:a16="http://schemas.microsoft.com/office/drawing/2014/main" id="{96151800-6EE8-8685-D030-2BDBA8DFDD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86397" y="1483285"/>
            <a:ext cx="1813037" cy="1568673"/>
          </a:xfrm>
          <a:prstGeom prst="rect">
            <a:avLst/>
          </a:prstGeom>
        </p:spPr>
      </p:pic>
      <p:pic>
        <p:nvPicPr>
          <p:cNvPr id="17" name="Elemento grafico 16" descr="Avviso con riempimento a tinta unita">
            <a:extLst>
              <a:ext uri="{FF2B5EF4-FFF2-40B4-BE49-F238E27FC236}">
                <a16:creationId xmlns:a16="http://schemas.microsoft.com/office/drawing/2014/main" id="{3DCE1BA7-DB70-A3BD-77AC-A88A67E912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30814" y="1658016"/>
            <a:ext cx="1016876" cy="1016876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8574402-0011-68F1-492C-37CDA1AA5E52}"/>
              </a:ext>
            </a:extLst>
          </p:cNvPr>
          <p:cNvSpPr txBox="1"/>
          <p:nvPr/>
        </p:nvSpPr>
        <p:spPr>
          <a:xfrm>
            <a:off x="8568027" y="1827157"/>
            <a:ext cx="3268713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>
                <a:latin typeface="Times New Roman"/>
                <a:cs typeface="Times New Roman"/>
              </a:rPr>
              <a:t>Future </a:t>
            </a:r>
            <a:r>
              <a:rPr lang="it-IT" sz="2000" err="1">
                <a:latin typeface="Times New Roman"/>
                <a:cs typeface="Times New Roman"/>
              </a:rPr>
              <a:t>research</a:t>
            </a:r>
            <a:r>
              <a:rPr lang="it-IT" sz="2000">
                <a:latin typeface="Times New Roman"/>
                <a:cs typeface="Times New Roman"/>
              </a:rPr>
              <a:t> must still </a:t>
            </a:r>
            <a:r>
              <a:rPr lang="it-IT" sz="2000" err="1">
                <a:latin typeface="Times New Roman"/>
                <a:cs typeface="Times New Roman"/>
              </a:rPr>
              <a:t>ensure</a:t>
            </a:r>
            <a:r>
              <a:rPr lang="it-IT" sz="2000">
                <a:latin typeface="Times New Roman"/>
                <a:cs typeface="Times New Roman"/>
              </a:rPr>
              <a:t> long-</a:t>
            </a:r>
            <a:r>
              <a:rPr lang="it-IT" sz="2000" err="1">
                <a:latin typeface="Times New Roman"/>
                <a:cs typeface="Times New Roman"/>
              </a:rPr>
              <a:t>term</a:t>
            </a:r>
            <a:r>
              <a:rPr lang="it-IT" sz="2000">
                <a:latin typeface="Times New Roman"/>
                <a:cs typeface="Times New Roman"/>
              </a:rPr>
              <a:t> </a:t>
            </a:r>
            <a:r>
              <a:rPr lang="it-IT" sz="2000" err="1">
                <a:latin typeface="Times New Roman"/>
                <a:cs typeface="Times New Roman"/>
              </a:rPr>
              <a:t>efficacy</a:t>
            </a:r>
            <a:endParaRPr lang="it-IT" err="1"/>
          </a:p>
          <a:p>
            <a:endParaRPr lang="it-IT"/>
          </a:p>
        </p:txBody>
      </p:sp>
      <p:pic>
        <p:nvPicPr>
          <p:cNvPr id="21" name="Immagine 20" descr="Immagine che contiene testo, Carattere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8A9D199D-9D4A-3684-AE17-75E6367F2DA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744" y="3498574"/>
            <a:ext cx="5058704" cy="292833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091184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D053-9EE5-7CE9-0F92-B15257962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3F0FC6-3237-F2B6-958B-7AB68812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01" y="897753"/>
            <a:ext cx="10327398" cy="853536"/>
          </a:xfrm>
        </p:spPr>
        <p:txBody>
          <a:bodyPr anchor="ctr">
            <a:noAutofit/>
          </a:bodyPr>
          <a:lstStyle/>
          <a:p>
            <a:pPr algn="ctr"/>
            <a:r>
              <a:rPr lang="it-IT" sz="3200" dirty="0"/>
              <a:t>A wireless system for monitoring </a:t>
            </a:r>
            <a:r>
              <a:rPr lang="it-IT" sz="3200" dirty="0" err="1"/>
              <a:t>urinary</a:t>
            </a:r>
            <a:r>
              <a:rPr lang="it-IT" sz="3200" dirty="0"/>
              <a:t> </a:t>
            </a:r>
            <a:r>
              <a:rPr lang="it-IT" sz="3200" dirty="0" err="1"/>
              <a:t>bladder</a:t>
            </a:r>
            <a:r>
              <a:rPr lang="it-IT" sz="3200" dirty="0"/>
              <a:t> </a:t>
            </a:r>
            <a:r>
              <a:rPr lang="it-IT" sz="3200" dirty="0" err="1"/>
              <a:t>function</a:t>
            </a:r>
            <a:r>
              <a:rPr lang="it-IT" sz="3200" dirty="0"/>
              <a:t> following </a:t>
            </a:r>
            <a:r>
              <a:rPr lang="it-IT" sz="3200" dirty="0" err="1"/>
              <a:t>surgical</a:t>
            </a:r>
            <a:r>
              <a:rPr lang="it-IT" sz="3200" dirty="0"/>
              <a:t> recovery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768D5DC-557B-FC05-B3F4-E92A6D5CB16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1994" y="2179586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5" name="Segnaposto contenuto 24">
            <a:extLst>
              <a:ext uri="{FF2B5EF4-FFF2-40B4-BE49-F238E27FC236}">
                <a16:creationId xmlns:a16="http://schemas.microsoft.com/office/drawing/2014/main" id="{3B5492DE-5868-30EF-6A73-766E84BB33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rcRect t="10296"/>
          <a:stretch/>
        </p:blipFill>
        <p:spPr>
          <a:xfrm>
            <a:off x="7157883" y="1825625"/>
            <a:ext cx="2831691" cy="2267605"/>
          </a:xfrm>
        </p:spPr>
      </p:pic>
      <p:sp>
        <p:nvSpPr>
          <p:cNvPr id="26" name="Rettangolo 25">
            <a:extLst>
              <a:ext uri="{FF2B5EF4-FFF2-40B4-BE49-F238E27FC236}">
                <a16:creationId xmlns:a16="http://schemas.microsoft.com/office/drawing/2014/main" id="{ECE00ED6-773C-4156-D824-206CC43C6A2F}"/>
              </a:ext>
            </a:extLst>
          </p:cNvPr>
          <p:cNvSpPr/>
          <p:nvPr/>
        </p:nvSpPr>
        <p:spPr>
          <a:xfrm>
            <a:off x="6912077" y="1936955"/>
            <a:ext cx="491613" cy="668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179E00CF-348C-829B-EB27-64C7AC68606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861"/>
          <a:stretch/>
        </p:blipFill>
        <p:spPr>
          <a:xfrm>
            <a:off x="7403689" y="4008217"/>
            <a:ext cx="2831691" cy="2607981"/>
          </a:xfrm>
          <a:prstGeom prst="rect">
            <a:avLst/>
          </a:prstGeom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B00ADC89-C074-F02F-6DFE-261CE1997F0F}"/>
              </a:ext>
            </a:extLst>
          </p:cNvPr>
          <p:cNvSpPr/>
          <p:nvPr/>
        </p:nvSpPr>
        <p:spPr>
          <a:xfrm>
            <a:off x="7157883" y="1825625"/>
            <a:ext cx="491613" cy="111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E0D67695-593A-379F-0193-34DEA488D754}"/>
              </a:ext>
            </a:extLst>
          </p:cNvPr>
          <p:cNvSpPr/>
          <p:nvPr/>
        </p:nvSpPr>
        <p:spPr>
          <a:xfrm>
            <a:off x="7266039" y="4008217"/>
            <a:ext cx="491613" cy="244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777789CD-E802-2128-4282-E9F91801A0CB}"/>
              </a:ext>
            </a:extLst>
          </p:cNvPr>
          <p:cNvSpPr/>
          <p:nvPr/>
        </p:nvSpPr>
        <p:spPr>
          <a:xfrm>
            <a:off x="9989574" y="4038499"/>
            <a:ext cx="491613" cy="244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806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D21A2-4CD9-C326-DEE8-16F3465E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5B7463E5-9AA5-5284-5C21-52584C2443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023"/>
          <a:stretch/>
        </p:blipFill>
        <p:spPr>
          <a:xfrm>
            <a:off x="7639663" y="1806870"/>
            <a:ext cx="3603706" cy="2188854"/>
          </a:xfrm>
          <a:prstGeom prst="rect">
            <a:avLst/>
          </a:prstGeom>
          <a:noFill/>
        </p:spPr>
      </p:pic>
      <p:sp>
        <p:nvSpPr>
          <p:cNvPr id="8" name="Titolo 7">
            <a:extLst>
              <a:ext uri="{FF2B5EF4-FFF2-40B4-BE49-F238E27FC236}">
                <a16:creationId xmlns:a16="http://schemas.microsoft.com/office/drawing/2014/main" id="{DF2186FC-3B6F-0059-7536-95F0D5D8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515" y="880213"/>
            <a:ext cx="7782969" cy="853536"/>
          </a:xfrm>
        </p:spPr>
        <p:txBody>
          <a:bodyPr anchor="ctr">
            <a:normAutofit/>
          </a:bodyPr>
          <a:lstStyle/>
          <a:p>
            <a:r>
              <a:rPr lang="it-IT" sz="3200" dirty="0"/>
              <a:t>Device </a:t>
            </a:r>
            <a:r>
              <a:rPr lang="it-IT" sz="3200" dirty="0" err="1"/>
              <a:t>structure</a:t>
            </a:r>
            <a:r>
              <a:rPr lang="it-IT" sz="3200" dirty="0"/>
              <a:t> and </a:t>
            </a:r>
            <a:r>
              <a:rPr lang="it-IT" sz="3200" dirty="0" err="1"/>
              <a:t>implantation</a:t>
            </a:r>
            <a:r>
              <a:rPr lang="it-IT" sz="3200" dirty="0"/>
              <a:t> procedure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DD3E441-0423-2D48-CC1A-13CDB68AB3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0339" y="2302252"/>
            <a:ext cx="6813147" cy="166199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</a:rPr>
              <a:t>Strain gauge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: soft,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stretchable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wraps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around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the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bladder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(3mm)</a:t>
            </a:r>
            <a:r>
              <a:rPr lang="it-IT" altLang="it-IT" sz="1800" dirty="0"/>
              <a:t>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</a:rPr>
              <a:t>Base station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subcutaneous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module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with BLE and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battery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(22,5x0,6x13mm)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</a:rPr>
              <a:t>Connected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</a:rPr>
              <a:t> by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effectLst/>
              </a:rPr>
              <a:t>helical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effectLst/>
              </a:rPr>
              <a:t>wires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E0F4A08-5890-BB14-B93D-F97BBD7C6613}"/>
              </a:ext>
            </a:extLst>
          </p:cNvPr>
          <p:cNvSpPr txBox="1"/>
          <p:nvPr/>
        </p:nvSpPr>
        <p:spPr>
          <a:xfrm>
            <a:off x="368710" y="1794047"/>
            <a:ext cx="2900516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200" b="1" dirty="0">
                <a:solidFill>
                  <a:schemeClr val="tx1"/>
                </a:solidFill>
              </a:rPr>
              <a:t>Device: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35D12B2-3128-938D-E4B1-FC99155A12BB}"/>
              </a:ext>
            </a:extLst>
          </p:cNvPr>
          <p:cNvSpPr txBox="1"/>
          <p:nvPr/>
        </p:nvSpPr>
        <p:spPr>
          <a:xfrm>
            <a:off x="403122" y="4214759"/>
            <a:ext cx="3411793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200" b="1" dirty="0" err="1">
                <a:solidFill>
                  <a:schemeClr val="tx1"/>
                </a:solidFill>
              </a:rPr>
              <a:t>Implantation</a:t>
            </a:r>
            <a:r>
              <a:rPr lang="it-IT" sz="22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D12A967C-D4F5-CD83-2694-EB3B54799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9" y="4693393"/>
            <a:ext cx="6813147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Strain gauge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sutured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bladder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wall</a:t>
            </a:r>
            <a:endParaRPr kumimoji="0"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 station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sutured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inside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abdominal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wall</a:t>
            </a:r>
            <a:endParaRPr kumimoji="0"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it-IT" altLang="it-IT" b="1" dirty="0" err="1"/>
              <a:t>Helical</a:t>
            </a:r>
            <a:r>
              <a:rPr lang="it-IT" altLang="it-IT" b="1" dirty="0"/>
              <a:t> </a:t>
            </a:r>
            <a:r>
              <a:rPr lang="it-IT" altLang="it-IT" b="1" dirty="0" err="1"/>
              <a:t>wires</a:t>
            </a:r>
            <a:r>
              <a:rPr lang="it-IT" altLang="it-IT" dirty="0"/>
              <a:t>: </a:t>
            </a:r>
            <a:r>
              <a:rPr lang="en-US" dirty="0"/>
              <a:t>sutured to bladder at 2 points for mechanical stability</a:t>
            </a:r>
            <a:endParaRPr kumimoji="0" lang="it-IT" altLang="it-IT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it-IT" altLang="it-IT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lang="it-IT" altLang="it-IT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it-IT" altLang="it-I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E88089E1-F43C-ACD6-3A1D-276F22347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86" y="3964245"/>
            <a:ext cx="4395204" cy="2637254"/>
          </a:xfrm>
          <a:prstGeom prst="rect">
            <a:avLst/>
          </a:prstGeom>
        </p:spPr>
      </p:pic>
      <p:sp>
        <p:nvSpPr>
          <p:cNvPr id="26" name="Rettangolo 25">
            <a:extLst>
              <a:ext uri="{FF2B5EF4-FFF2-40B4-BE49-F238E27FC236}">
                <a16:creationId xmlns:a16="http://schemas.microsoft.com/office/drawing/2014/main" id="{35BA7E76-98A1-BC61-F01E-41EA3C42C42B}"/>
              </a:ext>
            </a:extLst>
          </p:cNvPr>
          <p:cNvSpPr/>
          <p:nvPr/>
        </p:nvSpPr>
        <p:spPr>
          <a:xfrm>
            <a:off x="7747820" y="1861705"/>
            <a:ext cx="265471" cy="167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8C573F5D-681E-C4C7-C43F-16B5887B27A9}"/>
              </a:ext>
            </a:extLst>
          </p:cNvPr>
          <p:cNvSpPr/>
          <p:nvPr/>
        </p:nvSpPr>
        <p:spPr>
          <a:xfrm>
            <a:off x="7187378" y="3988741"/>
            <a:ext cx="452285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1666F62-D959-13F1-F854-9071476A1BD9}"/>
              </a:ext>
            </a:extLst>
          </p:cNvPr>
          <p:cNvSpPr/>
          <p:nvPr/>
        </p:nvSpPr>
        <p:spPr>
          <a:xfrm>
            <a:off x="11452547" y="3941425"/>
            <a:ext cx="452285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6CCB4765-2A32-7652-15EF-B99BE8304CF7}"/>
              </a:ext>
            </a:extLst>
          </p:cNvPr>
          <p:cNvSpPr/>
          <p:nvPr/>
        </p:nvSpPr>
        <p:spPr>
          <a:xfrm>
            <a:off x="8013291" y="3549445"/>
            <a:ext cx="422786" cy="341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340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764AE-290F-F03C-406B-66E0A73A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9EA97E47-BB8B-1BB6-47FE-050A3786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895" y="4745754"/>
            <a:ext cx="3630519" cy="1638409"/>
          </a:xfrm>
          <a:prstGeom prst="rect">
            <a:avLst/>
          </a:prstGeo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2BE5D26E-DD77-08AD-0917-ADF328A1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021" y="956747"/>
            <a:ext cx="7375957" cy="853536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 err="1"/>
              <a:t>Materials</a:t>
            </a:r>
            <a:r>
              <a:rPr lang="it-IT" sz="3200" b="1" dirty="0"/>
              <a:t> </a:t>
            </a:r>
            <a:endParaRPr lang="it-IT" sz="32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33D6482-CBD2-D687-A983-BDCBDE6363B5}"/>
              </a:ext>
            </a:extLst>
          </p:cNvPr>
          <p:cNvSpPr txBox="1"/>
          <p:nvPr/>
        </p:nvSpPr>
        <p:spPr>
          <a:xfrm>
            <a:off x="707918" y="1937531"/>
            <a:ext cx="351011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it-IT" b="1" dirty="0">
                <a:solidFill>
                  <a:schemeClr val="tx1"/>
                </a:solidFill>
              </a:rPr>
              <a:t>Base station</a:t>
            </a:r>
            <a:r>
              <a:rPr lang="it-IT" b="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0941C3D-EF63-1B19-D53D-00EA1796177F}"/>
              </a:ext>
            </a:extLst>
          </p:cNvPr>
          <p:cNvSpPr txBox="1"/>
          <p:nvPr/>
        </p:nvSpPr>
        <p:spPr>
          <a:xfrm>
            <a:off x="1012717" y="2306863"/>
            <a:ext cx="484730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PCB, BLE </a:t>
            </a:r>
            <a:r>
              <a:rPr lang="it-IT" dirty="0" err="1"/>
              <a:t>module</a:t>
            </a:r>
            <a:r>
              <a:rPr lang="it-IT" dirty="0"/>
              <a:t>, </a:t>
            </a:r>
            <a:r>
              <a:rPr lang="it-IT" dirty="0" err="1"/>
              <a:t>battery</a:t>
            </a:r>
            <a:endParaRPr lang="it-IT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E</a:t>
            </a:r>
            <a:r>
              <a:rPr lang="fr-FR" dirty="0" err="1"/>
              <a:t>ncapsulation</a:t>
            </a:r>
            <a:r>
              <a:rPr lang="fr-FR" dirty="0"/>
              <a:t>: </a:t>
            </a:r>
            <a:r>
              <a:rPr lang="fr-FR" dirty="0" err="1"/>
              <a:t>parylene</a:t>
            </a:r>
            <a:r>
              <a:rPr lang="fr-FR" dirty="0"/>
              <a:t>, marine </a:t>
            </a:r>
            <a:r>
              <a:rPr lang="fr-FR" dirty="0" err="1"/>
              <a:t>epoxy</a:t>
            </a:r>
            <a:r>
              <a:rPr lang="fr-FR" dirty="0"/>
              <a:t>, PDMS</a:t>
            </a:r>
            <a:endParaRPr lang="it-IT" b="0" dirty="0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1758F3-FE49-1EFE-BE55-0FB6F238BA21}"/>
              </a:ext>
            </a:extLst>
          </p:cNvPr>
          <p:cNvSpPr txBox="1"/>
          <p:nvPr/>
        </p:nvSpPr>
        <p:spPr>
          <a:xfrm>
            <a:off x="707916" y="3194937"/>
            <a:ext cx="437535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it-IT" b="1" dirty="0">
                <a:solidFill>
                  <a:schemeClr val="tx1"/>
                </a:solidFill>
              </a:rPr>
              <a:t>Strain gauge </a:t>
            </a:r>
            <a:r>
              <a:rPr lang="it-IT" b="0" dirty="0">
                <a:solidFill>
                  <a:schemeClr val="tx1"/>
                </a:solidFill>
              </a:rPr>
              <a:t>(</a:t>
            </a:r>
            <a:r>
              <a:rPr lang="it-IT" b="0" dirty="0" err="1">
                <a:solidFill>
                  <a:schemeClr val="tx1"/>
                </a:solidFill>
              </a:rPr>
              <a:t>permanent</a:t>
            </a:r>
            <a:r>
              <a:rPr lang="it-IT" b="0" dirty="0">
                <a:solidFill>
                  <a:schemeClr val="tx1"/>
                </a:solidFill>
              </a:rPr>
              <a:t>):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5576A1-E455-C201-FA6F-A28C7E77E73C}"/>
              </a:ext>
            </a:extLst>
          </p:cNvPr>
          <p:cNvSpPr txBox="1"/>
          <p:nvPr/>
        </p:nvSpPr>
        <p:spPr>
          <a:xfrm>
            <a:off x="1012717" y="3483089"/>
            <a:ext cx="4931760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Substrate</a:t>
            </a:r>
            <a:r>
              <a:rPr lang="it-IT" dirty="0"/>
              <a:t>: </a:t>
            </a:r>
            <a:r>
              <a:rPr lang="it-IT" dirty="0" err="1"/>
              <a:t>Ecoflex</a:t>
            </a:r>
            <a:r>
              <a:rPr lang="it-IT" dirty="0"/>
              <a:t> 00-30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Conductive layer: carbon black–doped silicone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Electrodes: </a:t>
            </a:r>
            <a:r>
              <a:rPr lang="fr-FR" dirty="0" err="1"/>
              <a:t>copper</a:t>
            </a:r>
            <a:r>
              <a:rPr lang="fr-FR" dirty="0"/>
              <a:t>/</a:t>
            </a:r>
            <a:r>
              <a:rPr lang="fr-FR" dirty="0" err="1"/>
              <a:t>polyimide</a:t>
            </a:r>
            <a:r>
              <a:rPr lang="fr-FR" dirty="0"/>
              <a:t> (Cu/PI)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Encapsulation: silicone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it-IT" b="0" dirty="0">
              <a:solidFill>
                <a:schemeClr val="tx1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4BB4532-B294-C0CE-C576-D0977B971C45}"/>
              </a:ext>
            </a:extLst>
          </p:cNvPr>
          <p:cNvSpPr txBox="1"/>
          <p:nvPr/>
        </p:nvSpPr>
        <p:spPr>
          <a:xfrm>
            <a:off x="707916" y="4696043"/>
            <a:ext cx="437535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it-IT" b="1" dirty="0">
                <a:solidFill>
                  <a:schemeClr val="tx1"/>
                </a:solidFill>
              </a:rPr>
              <a:t>Strain gauge </a:t>
            </a:r>
            <a:r>
              <a:rPr lang="it-IT" b="0" dirty="0">
                <a:solidFill>
                  <a:schemeClr val="tx1"/>
                </a:solidFill>
              </a:rPr>
              <a:t>(</a:t>
            </a:r>
            <a:r>
              <a:rPr lang="it-IT" b="0" dirty="0" err="1">
                <a:solidFill>
                  <a:schemeClr val="tx1"/>
                </a:solidFill>
              </a:rPr>
              <a:t>b</a:t>
            </a:r>
            <a:r>
              <a:rPr lang="it-IT" dirty="0" err="1"/>
              <a:t>ioresorbable</a:t>
            </a:r>
            <a:r>
              <a:rPr lang="it-IT" b="0" dirty="0">
                <a:solidFill>
                  <a:schemeClr val="tx1"/>
                </a:solidFill>
              </a:rPr>
              <a:t>):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0BC81B3-CAA0-58D4-6AD0-C0481CB2F39A}"/>
              </a:ext>
            </a:extLst>
          </p:cNvPr>
          <p:cNvSpPr txBox="1"/>
          <p:nvPr/>
        </p:nvSpPr>
        <p:spPr>
          <a:xfrm>
            <a:off x="1012717" y="5029430"/>
            <a:ext cx="511277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 err="1"/>
              <a:t>Polymer</a:t>
            </a:r>
            <a:r>
              <a:rPr lang="fr-FR" dirty="0"/>
              <a:t>: </a:t>
            </a:r>
            <a:r>
              <a:rPr lang="fr-FR" dirty="0" err="1"/>
              <a:t>POMaC</a:t>
            </a:r>
            <a:r>
              <a:rPr lang="fr-FR" dirty="0"/>
              <a:t> and </a:t>
            </a:r>
            <a:r>
              <a:rPr lang="fr-FR" dirty="0" err="1"/>
              <a:t>Tungsten</a:t>
            </a:r>
            <a:endParaRPr lang="fr-F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 err="1"/>
              <a:t>Electrodes</a:t>
            </a:r>
            <a:r>
              <a:rPr lang="it-IT" dirty="0"/>
              <a:t>: </a:t>
            </a:r>
            <a:r>
              <a:rPr lang="it-IT" dirty="0" err="1"/>
              <a:t>tungsten</a:t>
            </a:r>
            <a:r>
              <a:rPr lang="it-IT" dirty="0"/>
              <a:t> </a:t>
            </a:r>
            <a:r>
              <a:rPr lang="it-IT" dirty="0" err="1"/>
              <a:t>wires</a:t>
            </a:r>
            <a:r>
              <a:rPr lang="it-IT" dirty="0"/>
              <a:t> </a:t>
            </a:r>
            <a:endParaRPr lang="fr-F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b="0" dirty="0">
              <a:solidFill>
                <a:schemeClr val="tx1"/>
              </a:solidFill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D94A7A5-48F2-0F89-8EF0-09CABED19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895" y="3347648"/>
            <a:ext cx="3871164" cy="1263156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79E40CB6-7E13-2B8E-5601-230D78724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895" y="1768011"/>
            <a:ext cx="3239927" cy="1447167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E66F985E-BED8-9FAC-9A7E-9E9DB2F28CDF}"/>
              </a:ext>
            </a:extLst>
          </p:cNvPr>
          <p:cNvSpPr/>
          <p:nvPr/>
        </p:nvSpPr>
        <p:spPr>
          <a:xfrm>
            <a:off x="7789895" y="4847303"/>
            <a:ext cx="223395" cy="198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BCD171E-7052-2269-6809-8AC8088243B8}"/>
              </a:ext>
            </a:extLst>
          </p:cNvPr>
          <p:cNvSpPr/>
          <p:nvPr/>
        </p:nvSpPr>
        <p:spPr>
          <a:xfrm>
            <a:off x="7789895" y="6243484"/>
            <a:ext cx="302053" cy="242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791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28EB-9ABD-F7BA-D2DC-B389CC2A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D3D8219-436A-4773-719B-89B14B68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4088" y="956748"/>
            <a:ext cx="5103823" cy="853536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200" dirty="0" err="1"/>
              <a:t>Tests</a:t>
            </a:r>
            <a:r>
              <a:rPr lang="it-IT" sz="3200" dirty="0"/>
              <a:t> and </a:t>
            </a:r>
            <a:r>
              <a:rPr lang="it-IT" sz="3200" dirty="0" err="1"/>
              <a:t>Bladder</a:t>
            </a:r>
            <a:r>
              <a:rPr lang="it-IT" sz="3200" dirty="0"/>
              <a:t> Pressure </a:t>
            </a:r>
            <a:r>
              <a:rPr lang="it-IT" sz="3200" dirty="0" err="1"/>
              <a:t>Estimation</a:t>
            </a:r>
            <a:endParaRPr lang="it-IT" sz="3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7839BAA-1431-107B-3687-22FC8F582C71}"/>
              </a:ext>
            </a:extLst>
          </p:cNvPr>
          <p:cNvSpPr txBox="1"/>
          <p:nvPr/>
        </p:nvSpPr>
        <p:spPr>
          <a:xfrm>
            <a:off x="4015847" y="1993968"/>
            <a:ext cx="510382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tx1"/>
                </a:solidFill>
              </a:rPr>
              <a:t>Test</a:t>
            </a:r>
            <a:r>
              <a:rPr lang="it-IT" b="1" dirty="0" err="1"/>
              <a:t>s</a:t>
            </a:r>
            <a:r>
              <a:rPr lang="it-IT" b="1" dirty="0"/>
              <a:t> in primate model:</a:t>
            </a:r>
          </a:p>
          <a:p>
            <a:pPr algn="l"/>
            <a:endParaRPr lang="it-IT" sz="2200" b="0" dirty="0">
              <a:solidFill>
                <a:schemeClr val="tx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EA3F020-1171-EA65-C637-325A34FEABB7}"/>
              </a:ext>
            </a:extLst>
          </p:cNvPr>
          <p:cNvSpPr txBox="1"/>
          <p:nvPr/>
        </p:nvSpPr>
        <p:spPr>
          <a:xfrm>
            <a:off x="447552" y="2353425"/>
            <a:ext cx="3659152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it-IT" sz="1600" b="0" dirty="0">
                <a:solidFill>
                  <a:schemeClr val="tx1"/>
                </a:solidFill>
              </a:rPr>
              <a:t>Strain </a:t>
            </a:r>
            <a:r>
              <a:rPr lang="it-IT" sz="1600" b="0" dirty="0" err="1">
                <a:solidFill>
                  <a:schemeClr val="tx1"/>
                </a:solidFill>
              </a:rPr>
              <a:t>signal</a:t>
            </a:r>
            <a:r>
              <a:rPr lang="it-IT" sz="1600" b="0" dirty="0">
                <a:solidFill>
                  <a:schemeClr val="tx1"/>
                </a:solidFill>
              </a:rPr>
              <a:t> </a:t>
            </a:r>
            <a:r>
              <a:rPr lang="it-IT" sz="1600" b="0" dirty="0" err="1">
                <a:solidFill>
                  <a:schemeClr val="tx1"/>
                </a:solidFill>
              </a:rPr>
              <a:t>increases</a:t>
            </a:r>
            <a:r>
              <a:rPr lang="it-IT" sz="1600" b="0" dirty="0">
                <a:solidFill>
                  <a:schemeClr val="tx1"/>
                </a:solidFill>
              </a:rPr>
              <a:t> </a:t>
            </a:r>
            <a:r>
              <a:rPr lang="it-IT" sz="1600" b="0" dirty="0" err="1">
                <a:solidFill>
                  <a:schemeClr val="tx1"/>
                </a:solidFill>
              </a:rPr>
              <a:t>during</a:t>
            </a:r>
            <a:r>
              <a:rPr lang="it-IT" sz="1600" b="0" dirty="0">
                <a:solidFill>
                  <a:schemeClr val="tx1"/>
                </a:solidFill>
              </a:rPr>
              <a:t> filling and drops </a:t>
            </a:r>
            <a:r>
              <a:rPr lang="it-IT" sz="1600" b="0" dirty="0" err="1">
                <a:solidFill>
                  <a:schemeClr val="tx1"/>
                </a:solidFill>
              </a:rPr>
              <a:t>during</a:t>
            </a:r>
            <a:r>
              <a:rPr lang="it-IT" sz="1600" b="0" dirty="0">
                <a:solidFill>
                  <a:schemeClr val="tx1"/>
                </a:solidFill>
              </a:rPr>
              <a:t> </a:t>
            </a:r>
            <a:r>
              <a:rPr lang="it-IT" sz="1600" b="0" dirty="0" err="1">
                <a:solidFill>
                  <a:schemeClr val="tx1"/>
                </a:solidFill>
              </a:rPr>
              <a:t>voiding</a:t>
            </a:r>
            <a:endParaRPr lang="it-IT" sz="1600" b="0" dirty="0">
              <a:solidFill>
                <a:schemeClr val="tx1"/>
              </a:solidFill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it-IT" sz="1600" dirty="0" err="1"/>
              <a:t>Validated</a:t>
            </a:r>
            <a:r>
              <a:rPr lang="it-IT" sz="1600" dirty="0"/>
              <a:t> </a:t>
            </a:r>
            <a:r>
              <a:rPr lang="it-IT" sz="1600" dirty="0" err="1"/>
              <a:t>detection</a:t>
            </a:r>
            <a:r>
              <a:rPr lang="it-IT" sz="1600" dirty="0"/>
              <a:t> of small </a:t>
            </a:r>
            <a:r>
              <a:rPr lang="it-IT" sz="1600" dirty="0" err="1"/>
              <a:t>voiding</a:t>
            </a:r>
            <a:r>
              <a:rPr lang="it-IT" sz="1600" dirty="0"/>
              <a:t> </a:t>
            </a:r>
            <a:r>
              <a:rPr lang="it-IT" sz="1600" dirty="0" err="1"/>
              <a:t>volumes</a:t>
            </a:r>
            <a:r>
              <a:rPr lang="it-IT" sz="1600" dirty="0"/>
              <a:t> </a:t>
            </a:r>
            <a:endParaRPr lang="it-IT" sz="1600" b="0" dirty="0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049655E-F6EB-7F92-94C1-D25B02C6FF86}"/>
              </a:ext>
            </a:extLst>
          </p:cNvPr>
          <p:cNvSpPr txBox="1"/>
          <p:nvPr/>
        </p:nvSpPr>
        <p:spPr>
          <a:xfrm>
            <a:off x="204840" y="2009357"/>
            <a:ext cx="510382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tx1"/>
                </a:solidFill>
              </a:rPr>
              <a:t>Test</a:t>
            </a:r>
            <a:r>
              <a:rPr lang="it-IT" b="1" dirty="0" err="1"/>
              <a:t>s</a:t>
            </a:r>
            <a:r>
              <a:rPr lang="it-IT" b="1" dirty="0"/>
              <a:t> in </a:t>
            </a:r>
            <a:r>
              <a:rPr lang="it-IT" b="1" dirty="0" err="1"/>
              <a:t>rodent</a:t>
            </a:r>
            <a:r>
              <a:rPr lang="it-IT" b="1" dirty="0"/>
              <a:t> model:</a:t>
            </a:r>
          </a:p>
          <a:p>
            <a:pPr algn="l"/>
            <a:endParaRPr lang="it-IT" sz="2200" b="0" dirty="0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02EF36-3E1B-03F8-99D8-AED7EB1045F6}"/>
              </a:ext>
            </a:extLst>
          </p:cNvPr>
          <p:cNvSpPr txBox="1"/>
          <p:nvPr/>
        </p:nvSpPr>
        <p:spPr>
          <a:xfrm>
            <a:off x="4213215" y="2337225"/>
            <a:ext cx="3659153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it-IT" sz="1600" b="0" dirty="0">
                <a:solidFill>
                  <a:schemeClr val="tx1"/>
                </a:solidFill>
              </a:rPr>
              <a:t>Long </a:t>
            </a:r>
            <a:r>
              <a:rPr lang="it-IT" sz="1600" b="0" dirty="0" err="1">
                <a:solidFill>
                  <a:schemeClr val="tx1"/>
                </a:solidFill>
              </a:rPr>
              <a:t>term</a:t>
            </a:r>
            <a:r>
              <a:rPr lang="it-IT" sz="1600" b="0" dirty="0">
                <a:solidFill>
                  <a:schemeClr val="tx1"/>
                </a:solidFill>
              </a:rPr>
              <a:t> monitoring (8weeks)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it-IT" sz="1600" dirty="0" err="1"/>
              <a:t>Detected</a:t>
            </a:r>
            <a:r>
              <a:rPr lang="it-IT" sz="1600" dirty="0"/>
              <a:t> </a:t>
            </a:r>
            <a:r>
              <a:rPr lang="it-IT" sz="1600" dirty="0" err="1"/>
              <a:t>stabilization</a:t>
            </a:r>
            <a:r>
              <a:rPr lang="it-IT" sz="1600" dirty="0"/>
              <a:t> of </a:t>
            </a:r>
            <a:r>
              <a:rPr lang="it-IT" sz="1600" dirty="0" err="1"/>
              <a:t>micturition</a:t>
            </a:r>
            <a:r>
              <a:rPr lang="it-IT" sz="1600" dirty="0"/>
              <a:t> frequency after 6 weeks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E75BA0-5944-E8B3-321B-A163DE06C8CD}"/>
              </a:ext>
            </a:extLst>
          </p:cNvPr>
          <p:cNvSpPr txBox="1"/>
          <p:nvPr/>
        </p:nvSpPr>
        <p:spPr>
          <a:xfrm>
            <a:off x="7872368" y="1993968"/>
            <a:ext cx="34040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chemeClr val="tx1"/>
                </a:solidFill>
              </a:rPr>
              <a:t>Bladder</a:t>
            </a:r>
            <a:r>
              <a:rPr lang="it-IT" b="1" dirty="0">
                <a:solidFill>
                  <a:schemeClr val="tx1"/>
                </a:solidFill>
              </a:rPr>
              <a:t> pressure </a:t>
            </a:r>
            <a:r>
              <a:rPr lang="it-IT" b="1" dirty="0" err="1">
                <a:solidFill>
                  <a:schemeClr val="tx1"/>
                </a:solidFill>
              </a:rPr>
              <a:t>estimation</a:t>
            </a:r>
            <a:r>
              <a:rPr lang="it-IT" b="1" dirty="0">
                <a:solidFill>
                  <a:schemeClr val="tx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8EB4F26-8472-2173-F833-9B43175B21D0}"/>
                  </a:ext>
                </a:extLst>
              </p:cNvPr>
              <p:cNvSpPr txBox="1"/>
              <p:nvPr/>
            </p:nvSpPr>
            <p:spPr>
              <a:xfrm>
                <a:off x="8056644" y="2363300"/>
                <a:ext cx="4013354" cy="156966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r>
                  <a:rPr lang="it-IT" sz="1600" b="0" dirty="0">
                    <a:solidFill>
                      <a:schemeClr val="tx1"/>
                    </a:solidFill>
                  </a:rPr>
                  <a:t>Calibrated in vivo </a:t>
                </a:r>
                <a:r>
                  <a:rPr lang="it-IT" sz="1600" b="0" dirty="0" err="1">
                    <a:solidFill>
                      <a:schemeClr val="tx1"/>
                    </a:solidFill>
                  </a:rPr>
                  <a:t>using</a:t>
                </a:r>
                <a:r>
                  <a:rPr lang="it-IT" sz="1600" b="0" dirty="0">
                    <a:solidFill>
                      <a:schemeClr val="tx1"/>
                    </a:solidFill>
                  </a:rPr>
                  <a:t> </a:t>
                </a:r>
                <a:r>
                  <a:rPr lang="it-IT" sz="1600" b="0" dirty="0" err="1">
                    <a:solidFill>
                      <a:schemeClr val="tx1"/>
                    </a:solidFill>
                  </a:rPr>
                  <a:t>catheter-based</a:t>
                </a:r>
                <a:r>
                  <a:rPr lang="it-IT" sz="1600" b="0" dirty="0">
                    <a:solidFill>
                      <a:schemeClr val="tx1"/>
                    </a:solidFill>
                  </a:rPr>
                  <a:t> pressure </a:t>
                </a:r>
                <a:r>
                  <a:rPr lang="it-IT" sz="1600" b="0" dirty="0" err="1">
                    <a:solidFill>
                      <a:schemeClr val="tx1"/>
                    </a:solidFill>
                  </a:rPr>
                  <a:t>methods</a:t>
                </a:r>
                <a:endParaRPr lang="it-IT" sz="1600" b="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r>
                  <a:rPr lang="it-IT" sz="1600" dirty="0"/>
                  <a:t>Linear </a:t>
                </a:r>
                <a:r>
                  <a:rPr lang="it-IT" sz="1600" dirty="0" err="1"/>
                  <a:t>correlation</a:t>
                </a:r>
                <a:r>
                  <a:rPr lang="it-IT" sz="1600" dirty="0"/>
                  <a:t> </a:t>
                </a:r>
                <a:r>
                  <a:rPr lang="it-IT" sz="1600" dirty="0" err="1"/>
                  <a:t>observed</a:t>
                </a:r>
                <a:r>
                  <a:rPr lang="it-IT" sz="1600" dirty="0"/>
                  <a:t> up to 20cm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16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it-IT" sz="1600" b="0" i="0" smtClean="0"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endParaRPr lang="it-IT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endParaRPr lang="it-IT" sz="16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Font typeface="Courier New" panose="02070309020205020404" pitchFamily="49" charset="0"/>
                  <a:buChar char="o"/>
                </a:pPr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8EB4F26-8472-2173-F833-9B43175B2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644" y="2363300"/>
                <a:ext cx="4013354" cy="1569660"/>
              </a:xfrm>
              <a:prstGeom prst="rect">
                <a:avLst/>
              </a:prstGeom>
              <a:blipFill>
                <a:blip r:embed="rId3"/>
                <a:stretch>
                  <a:fillRect l="-608" t="-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>
            <a:extLst>
              <a:ext uri="{FF2B5EF4-FFF2-40B4-BE49-F238E27FC236}">
                <a16:creationId xmlns:a16="http://schemas.microsoft.com/office/drawing/2014/main" id="{F5E3C6A5-4107-E3CC-B1B5-D8F033798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763" y="3702152"/>
            <a:ext cx="2987299" cy="158509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2AB50BB3-5B61-1957-3691-66F8C526A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42" y="3867525"/>
            <a:ext cx="4054191" cy="126503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96A9E74-DF2D-E93C-6A37-62BEEA8A5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215" y="3766927"/>
            <a:ext cx="4054191" cy="2171282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3E3EF21E-8C1C-8971-D8F5-2B164EF15D06}"/>
              </a:ext>
            </a:extLst>
          </p:cNvPr>
          <p:cNvSpPr/>
          <p:nvPr/>
        </p:nvSpPr>
        <p:spPr>
          <a:xfrm>
            <a:off x="254742" y="3838687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F8D8248F-EB0E-328D-32AF-063895D3058E}"/>
              </a:ext>
            </a:extLst>
          </p:cNvPr>
          <p:cNvSpPr/>
          <p:nvPr/>
        </p:nvSpPr>
        <p:spPr>
          <a:xfrm>
            <a:off x="4080593" y="5841897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B67BA17A-4981-4096-2279-E02CF284C488}"/>
              </a:ext>
            </a:extLst>
          </p:cNvPr>
          <p:cNvSpPr/>
          <p:nvPr/>
        </p:nvSpPr>
        <p:spPr>
          <a:xfrm>
            <a:off x="4161979" y="5129069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C29BA4D-7921-4DF2-932B-729F8C3F6097}"/>
              </a:ext>
            </a:extLst>
          </p:cNvPr>
          <p:cNvSpPr/>
          <p:nvPr/>
        </p:nvSpPr>
        <p:spPr>
          <a:xfrm>
            <a:off x="4102834" y="4398388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889ECF2-FD10-E129-A3DA-958D5A02AA05}"/>
              </a:ext>
            </a:extLst>
          </p:cNvPr>
          <p:cNvSpPr/>
          <p:nvPr/>
        </p:nvSpPr>
        <p:spPr>
          <a:xfrm>
            <a:off x="4098171" y="3693064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8CA2DDF3-2A7C-D917-FACB-715B476B27CF}"/>
              </a:ext>
            </a:extLst>
          </p:cNvPr>
          <p:cNvSpPr/>
          <p:nvPr/>
        </p:nvSpPr>
        <p:spPr>
          <a:xfrm>
            <a:off x="8582763" y="3702152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EF738B7-067B-21D6-C166-7F4E7880B654}"/>
              </a:ext>
            </a:extLst>
          </p:cNvPr>
          <p:cNvSpPr/>
          <p:nvPr/>
        </p:nvSpPr>
        <p:spPr>
          <a:xfrm>
            <a:off x="11369867" y="3684216"/>
            <a:ext cx="265243" cy="192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9982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E38E2-27B6-01EE-2306-643CCE3B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3D22C193-34AE-D91E-39E7-06A7C8E2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00" y="723899"/>
            <a:ext cx="2362200" cy="695325"/>
          </a:xfrm>
        </p:spPr>
        <p:txBody>
          <a:bodyPr anchor="b">
            <a:normAutofit/>
          </a:bodyPr>
          <a:lstStyle/>
          <a:p>
            <a:r>
              <a:rPr lang="it-IT" dirty="0" err="1"/>
              <a:t>Conclusions</a:t>
            </a:r>
            <a:r>
              <a:rPr lang="it-IT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Diagramma 10">
                <a:extLst>
                  <a:ext uri="{FF2B5EF4-FFF2-40B4-BE49-F238E27FC236}">
                    <a16:creationId xmlns:a16="http://schemas.microsoft.com/office/drawing/2014/main" id="{0A5E3ED2-3960-F647-C044-0D514C8A75E7}"/>
                  </a:ext>
                </a:extLst>
              </p:cNvPr>
              <p:cNvGraphicFramePr/>
              <p:nvPr/>
            </p:nvGraphicFramePr>
            <p:xfrm>
              <a:off x="581025" y="1619250"/>
              <a:ext cx="6521450" cy="435715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1" name="Diagramma 10">
                <a:extLst>
                  <a:ext uri="{FF2B5EF4-FFF2-40B4-BE49-F238E27FC236}">
                    <a16:creationId xmlns:a16="http://schemas.microsoft.com/office/drawing/2014/main" id="{0A5E3ED2-3960-F647-C044-0D514C8A75E7}"/>
                  </a:ext>
                </a:extLst>
              </p:cNvPr>
              <p:cNvGraphicFramePr/>
              <p:nvPr/>
            </p:nvGraphicFramePr>
            <p:xfrm>
              <a:off x="581025" y="1619250"/>
              <a:ext cx="6521450" cy="435715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pic>
        <p:nvPicPr>
          <p:cNvPr id="1026" name="Picture 2" descr="Risultato immagine per Immagini Pro O Contro">
            <a:extLst>
              <a:ext uri="{FF2B5EF4-FFF2-40B4-BE49-F238E27FC236}">
                <a16:creationId xmlns:a16="http://schemas.microsoft.com/office/drawing/2014/main" id="{076749D2-C50B-7FE1-97EA-6A838BFE5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174" y="2354791"/>
            <a:ext cx="2867025" cy="287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436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05638-A836-F004-9A8C-AD16367C2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9693C6CC-10B8-5267-CFD2-3F91E4A76F6F}"/>
              </a:ext>
            </a:extLst>
          </p:cNvPr>
          <p:cNvSpPr txBox="1">
            <a:spLocks/>
          </p:cNvSpPr>
          <p:nvPr/>
        </p:nvSpPr>
        <p:spPr>
          <a:xfrm>
            <a:off x="3453246" y="200867"/>
            <a:ext cx="8931665" cy="84225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10036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it-IT" sz="3700" err="1">
                <a:solidFill>
                  <a:schemeClr val="tx2"/>
                </a:solidFill>
                <a:cs typeface="Calibri"/>
              </a:rPr>
              <a:t>Bladder</a:t>
            </a:r>
            <a:r>
              <a:rPr lang="it-IT" sz="3700">
                <a:solidFill>
                  <a:schemeClr val="tx2"/>
                </a:solidFill>
                <a:cs typeface="Calibri"/>
              </a:rPr>
              <a:t> Volume Sensing via FMCW radar</a:t>
            </a:r>
            <a:endParaRPr lang="it-IT" sz="3700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2" name="Immagine 1" descr="Immagine che contiene testo, cartone animato, clipart, illustrazione&#10;&#10;Il contenuto generato dall&amp;#39;IA potrebbe non essere corretto.">
            <a:extLst>
              <a:ext uri="{FF2B5EF4-FFF2-40B4-BE49-F238E27FC236}">
                <a16:creationId xmlns:a16="http://schemas.microsoft.com/office/drawing/2014/main" id="{A6152161-381E-35F6-6123-4CA404EF3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531" y="1605128"/>
            <a:ext cx="5672029" cy="390188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3B02EE-E95F-C483-F969-35CFCBD9DB4D}"/>
              </a:ext>
            </a:extLst>
          </p:cNvPr>
          <p:cNvSpPr txBox="1"/>
          <p:nvPr/>
        </p:nvSpPr>
        <p:spPr>
          <a:xfrm>
            <a:off x="186027" y="1268357"/>
            <a:ext cx="3268713" cy="4001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800" b="1" err="1">
                <a:solidFill>
                  <a:srgbClr val="FF0000"/>
                </a:solidFill>
                <a:latin typeface="Times New Roman"/>
                <a:cs typeface="Times New Roman"/>
              </a:rPr>
              <a:t>Why</a:t>
            </a:r>
            <a:r>
              <a:rPr lang="it-IT" sz="2800" b="1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r>
              <a:rPr lang="it-IT" sz="28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it-IT">
              <a:solidFill>
                <a:srgbClr val="FF0000"/>
              </a:solidFill>
            </a:endParaRPr>
          </a:p>
          <a:p>
            <a:endParaRPr lang="it-IT" sz="28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>
                <a:latin typeface="Times New Roman"/>
                <a:ea typeface="Calibri"/>
                <a:cs typeface="Times New Roman"/>
              </a:rPr>
              <a:t>No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need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for device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implantation</a:t>
            </a: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Critical for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cases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where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patients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have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no control of the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bladder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voiding</a:t>
            </a: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Pressure sensing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could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be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not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enough</a:t>
            </a:r>
          </a:p>
          <a:p>
            <a:endParaRPr lang="it-IT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99840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D744-3BAF-0512-A135-F62354B5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3E27E39-7AE0-8F52-CF72-09A8FABFC67C}"/>
              </a:ext>
            </a:extLst>
          </p:cNvPr>
          <p:cNvSpPr txBox="1">
            <a:spLocks/>
          </p:cNvSpPr>
          <p:nvPr/>
        </p:nvSpPr>
        <p:spPr>
          <a:xfrm>
            <a:off x="3453246" y="200867"/>
            <a:ext cx="8931665" cy="84225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10036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it-IT" sz="3700">
                <a:solidFill>
                  <a:schemeClr val="tx2"/>
                </a:solidFill>
                <a:cs typeface="Calibri"/>
              </a:rPr>
              <a:t> FMCW Radar Working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Principle</a:t>
            </a:r>
            <a:endParaRPr lang="it-IT" sz="3700" err="1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4" name="Immagine 3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8E158D07-5365-B47C-27D4-883D7DD0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1004"/>
            <a:ext cx="9062720" cy="321591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9DF4AD6-ECE1-36A5-BAFB-AFE4F345AE01}"/>
              </a:ext>
            </a:extLst>
          </p:cNvPr>
          <p:cNvSpPr txBox="1"/>
          <p:nvPr/>
        </p:nvSpPr>
        <p:spPr>
          <a:xfrm>
            <a:off x="386080" y="1048283"/>
            <a:ext cx="7660640" cy="1662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1575"/>
              </a:lnSpc>
              <a:buFont typeface="Calibri,Sans-Serif"/>
              <a:buChar char="-"/>
            </a:pPr>
            <a:r>
              <a:rPr lang="it-IT" sz="2000" err="1">
                <a:latin typeface="Times New Roman"/>
                <a:cs typeface="Arial"/>
              </a:rPr>
              <a:t>Chirped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transmitted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signal</a:t>
            </a:r>
            <a:r>
              <a:rPr lang="it-IT" sz="2000">
                <a:latin typeface="Times New Roman"/>
                <a:cs typeface="Arial"/>
              </a:rPr>
              <a:t> with linear </a:t>
            </a:r>
            <a:r>
              <a:rPr lang="it-IT" sz="2000" err="1">
                <a:latin typeface="Times New Roman"/>
                <a:cs typeface="Arial"/>
              </a:rPr>
              <a:t>relationship</a:t>
            </a:r>
            <a:r>
              <a:rPr lang="it-IT" sz="2000">
                <a:latin typeface="Times New Roman"/>
                <a:cs typeface="Arial"/>
              </a:rPr>
              <a:t> of frequency</a:t>
            </a:r>
          </a:p>
          <a:p>
            <a:pPr marL="285750" indent="-285750">
              <a:buFont typeface="Calibri,Sans-Serif"/>
              <a:buChar char="-"/>
            </a:pPr>
            <a:endParaRPr lang="it-IT">
              <a:latin typeface="Arial"/>
              <a:cs typeface="Arial"/>
            </a:endParaRPr>
          </a:p>
          <a:p>
            <a:pPr marL="285750" indent="-285750">
              <a:lnSpc>
                <a:spcPts val="1575"/>
              </a:lnSpc>
              <a:buFont typeface="Calibri,Sans-Serif"/>
              <a:buChar char="-"/>
            </a:pPr>
            <a:r>
              <a:rPr lang="it-IT" sz="2000" err="1">
                <a:latin typeface="Times New Roman"/>
                <a:cs typeface="Arial"/>
              </a:rPr>
              <a:t>Delayed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reflected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signal</a:t>
            </a:r>
            <a:endParaRPr lang="it-IT" err="1"/>
          </a:p>
          <a:p>
            <a:pPr marL="285750" indent="-285750">
              <a:buFont typeface="Calibri,Sans-Serif"/>
              <a:buChar char="-"/>
            </a:pPr>
            <a:endParaRPr lang="it-IT">
              <a:latin typeface="Arial"/>
              <a:cs typeface="Arial"/>
            </a:endParaRPr>
          </a:p>
          <a:p>
            <a:pPr marL="285750" indent="-285750">
              <a:lnSpc>
                <a:spcPts val="1575"/>
              </a:lnSpc>
              <a:buFont typeface="Calibri,Sans-Serif"/>
              <a:buChar char="-"/>
            </a:pPr>
            <a:r>
              <a:rPr lang="it-IT" sz="2000">
                <a:latin typeface="Times New Roman"/>
                <a:cs typeface="Arial"/>
              </a:rPr>
              <a:t>Mixing of </a:t>
            </a:r>
            <a:r>
              <a:rPr lang="it-IT" sz="2000" err="1">
                <a:latin typeface="Times New Roman"/>
                <a:cs typeface="Arial"/>
              </a:rPr>
              <a:t>Tx</a:t>
            </a:r>
            <a:r>
              <a:rPr lang="it-IT" sz="2000">
                <a:latin typeface="Times New Roman"/>
                <a:cs typeface="Arial"/>
              </a:rPr>
              <a:t> and Rx </a:t>
            </a:r>
            <a:r>
              <a:rPr lang="it-IT" sz="2000" err="1">
                <a:latin typeface="Times New Roman"/>
                <a:cs typeface="Arial"/>
              </a:rPr>
              <a:t>signals</a:t>
            </a:r>
            <a:r>
              <a:rPr lang="it-IT" sz="2000">
                <a:latin typeface="Times New Roman"/>
                <a:cs typeface="Arial"/>
              </a:rPr>
              <a:t> to </a:t>
            </a:r>
            <a:r>
              <a:rPr lang="it-IT" sz="2000" err="1">
                <a:latin typeface="Times New Roman"/>
                <a:cs typeface="Arial"/>
              </a:rPr>
              <a:t>detect</a:t>
            </a:r>
            <a:r>
              <a:rPr lang="it-IT" sz="2000">
                <a:latin typeface="Times New Roman"/>
                <a:cs typeface="Arial"/>
              </a:rPr>
              <a:t> "beat frequency" (LPF </a:t>
            </a:r>
            <a:r>
              <a:rPr lang="it-IT" sz="2000" err="1">
                <a:latin typeface="Times New Roman"/>
                <a:cs typeface="Arial"/>
              </a:rPr>
              <a:t>Dechirped</a:t>
            </a:r>
            <a:r>
              <a:rPr lang="it-IT" sz="2000">
                <a:latin typeface="Times New Roman"/>
                <a:cs typeface="Arial"/>
              </a:rPr>
              <a:t>)</a:t>
            </a:r>
            <a:endParaRPr lang="en-US" sz="2000">
              <a:latin typeface="Times New Roman"/>
              <a:cs typeface="Arial"/>
            </a:endParaRPr>
          </a:p>
          <a:p>
            <a:pPr>
              <a:lnSpc>
                <a:spcPts val="1425"/>
              </a:lnSpc>
            </a:pPr>
            <a:r>
              <a:rPr lang="it-IT">
                <a:cs typeface="Segoe UI"/>
              </a:rPr>
              <a:t>​</a:t>
            </a:r>
            <a:endParaRPr lang="it-IT">
              <a:ea typeface="Calibri"/>
              <a:cs typeface="Segoe UI"/>
            </a:endParaRPr>
          </a:p>
        </p:txBody>
      </p:sp>
      <p:pic>
        <p:nvPicPr>
          <p:cNvPr id="6" name="Immagine 5" descr="Immagine che contiene testo, Carattere, line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C3172632-44EB-A492-E035-31B65DDDA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0" y="1364428"/>
            <a:ext cx="4521200" cy="69506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4AC07C-AC06-EAA1-6837-7E308F26B960}"/>
              </a:ext>
            </a:extLst>
          </p:cNvPr>
          <p:cNvSpPr txBox="1"/>
          <p:nvPr/>
        </p:nvSpPr>
        <p:spPr>
          <a:xfrm>
            <a:off x="9265920" y="2614328"/>
            <a:ext cx="311912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err="1">
                <a:latin typeface="Times New Roman"/>
                <a:cs typeface="Times New Roman"/>
              </a:rPr>
              <a:t>Measure</a:t>
            </a:r>
            <a:r>
              <a:rPr lang="it-IT" sz="2800">
                <a:latin typeface="Times New Roman"/>
                <a:cs typeface="Times New Roman"/>
              </a:rPr>
              <a:t> of beat frequency </a:t>
            </a:r>
            <a:r>
              <a:rPr lang="it-IT" sz="2800" err="1">
                <a:latin typeface="Times New Roman"/>
                <a:cs typeface="Times New Roman"/>
              </a:rPr>
              <a:t>difference</a:t>
            </a:r>
            <a:r>
              <a:rPr lang="it-IT" sz="2800">
                <a:latin typeface="Times New Roman"/>
                <a:cs typeface="Times New Roman"/>
              </a:rPr>
              <a:t> </a:t>
            </a:r>
            <a:r>
              <a:rPr lang="it-IT" sz="2800" err="1">
                <a:latin typeface="Times New Roman"/>
                <a:cs typeface="Times New Roman"/>
              </a:rPr>
              <a:t>between</a:t>
            </a:r>
            <a:r>
              <a:rPr lang="it-IT" sz="2800">
                <a:latin typeface="Times New Roman"/>
                <a:cs typeface="Times New Roman"/>
              </a:rPr>
              <a:t> </a:t>
            </a:r>
            <a:r>
              <a:rPr lang="it-IT" sz="2800" err="1">
                <a:latin typeface="Times New Roman"/>
                <a:cs typeface="Times New Roman"/>
              </a:rPr>
              <a:t>two</a:t>
            </a:r>
            <a:r>
              <a:rPr lang="it-IT" sz="2800">
                <a:latin typeface="Times New Roman"/>
                <a:cs typeface="Times New Roman"/>
              </a:rPr>
              <a:t> consecutive </a:t>
            </a:r>
            <a:r>
              <a:rPr lang="it-IT" sz="2800" err="1">
                <a:latin typeface="Times New Roman"/>
                <a:cs typeface="Times New Roman"/>
              </a:rPr>
              <a:t>sweep</a:t>
            </a:r>
            <a:r>
              <a:rPr lang="it-IT" sz="2800">
                <a:latin typeface="Times New Roman"/>
                <a:cs typeface="Times New Roman"/>
              </a:rPr>
              <a:t> of the </a:t>
            </a:r>
            <a:r>
              <a:rPr lang="it-IT" sz="2800" err="1">
                <a:latin typeface="Times New Roman"/>
                <a:cs typeface="Times New Roman"/>
              </a:rPr>
              <a:t>Tx</a:t>
            </a:r>
            <a:r>
              <a:rPr lang="it-IT" sz="2800">
                <a:latin typeface="Times New Roman"/>
                <a:cs typeface="Times New Roman"/>
              </a:rPr>
              <a:t> </a:t>
            </a:r>
            <a:r>
              <a:rPr lang="it-IT" sz="2800" err="1">
                <a:latin typeface="Times New Roman"/>
                <a:cs typeface="Times New Roman"/>
              </a:rPr>
              <a:t>signal</a:t>
            </a:r>
            <a:r>
              <a:rPr lang="it-IT" sz="2800">
                <a:latin typeface="Times New Roman"/>
                <a:cs typeface="Times New Roman"/>
              </a:rPr>
              <a:t> to </a:t>
            </a:r>
            <a:r>
              <a:rPr lang="it-IT" sz="2800" err="1">
                <a:latin typeface="Times New Roman"/>
                <a:cs typeface="Times New Roman"/>
              </a:rPr>
              <a:t>detect</a:t>
            </a:r>
            <a:r>
              <a:rPr lang="it-IT" sz="2800">
                <a:latin typeface="Times New Roman"/>
                <a:cs typeface="Times New Roman"/>
              </a:rPr>
              <a:t> a </a:t>
            </a:r>
            <a:r>
              <a:rPr lang="it-IT" sz="2800" err="1">
                <a:latin typeface="Times New Roman"/>
                <a:cs typeface="Times New Roman"/>
              </a:rPr>
              <a:t>movement</a:t>
            </a:r>
            <a:r>
              <a:rPr lang="it-IT" sz="2800">
                <a:latin typeface="Times New Roman"/>
                <a:cs typeface="Times New Roman"/>
              </a:rPr>
              <a:t> of the target </a:t>
            </a:r>
          </a:p>
        </p:txBody>
      </p:sp>
    </p:spTree>
    <p:extLst>
      <p:ext uri="{BB962C8B-B14F-4D97-AF65-F5344CB8AC3E}">
        <p14:creationId xmlns:p14="http://schemas.microsoft.com/office/powerpoint/2010/main" val="2741927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4506B6E8-3274-CCC8-9FEE-7681E0E7F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240" y="968230"/>
            <a:ext cx="7325360" cy="464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81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58AE-2B5E-6481-9A83-CAAA9827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93B70F11-73B4-934F-DA06-200F6E76C16A}"/>
              </a:ext>
            </a:extLst>
          </p:cNvPr>
          <p:cNvSpPr txBox="1">
            <a:spLocks/>
          </p:cNvSpPr>
          <p:nvPr/>
        </p:nvSpPr>
        <p:spPr>
          <a:xfrm>
            <a:off x="3453246" y="200867"/>
            <a:ext cx="8931665" cy="84225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10036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it-IT" sz="3700">
                <a:solidFill>
                  <a:schemeClr val="tx2"/>
                </a:solidFill>
                <a:cs typeface="Calibri"/>
              </a:rPr>
              <a:t>CST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Simulation</a:t>
            </a:r>
            <a:endParaRPr lang="it-IT" sz="3700" err="1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4" name="Immagine 3" descr="Immagine che contiene testo, schermata, line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39121924-DE7C-1423-C117-8993133E9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88" y="1342030"/>
            <a:ext cx="4273314" cy="1091821"/>
          </a:xfrm>
          <a:prstGeom prst="rect">
            <a:avLst/>
          </a:prstGeom>
        </p:spPr>
      </p:pic>
      <p:pic>
        <p:nvPicPr>
          <p:cNvPr id="5" name="Immagine 4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8FA02023-0E01-6013-9D77-F88B60B21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82" y="2325734"/>
            <a:ext cx="4458982" cy="86450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BF053A-10C4-AB94-1F1F-4B14E2980A42}"/>
              </a:ext>
            </a:extLst>
          </p:cNvPr>
          <p:cNvSpPr txBox="1"/>
          <p:nvPr/>
        </p:nvSpPr>
        <p:spPr>
          <a:xfrm>
            <a:off x="1500647" y="914294"/>
            <a:ext cx="1769357" cy="9752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75"/>
              </a:lnSpc>
            </a:pPr>
            <a:r>
              <a:rPr lang="it-IT" sz="2400">
                <a:solidFill>
                  <a:srgbClr val="FF0000"/>
                </a:solidFill>
                <a:latin typeface="Times New Roman"/>
                <a:cs typeface="Arial"/>
              </a:rPr>
              <a:t>CST Model</a:t>
            </a:r>
          </a:p>
          <a:p>
            <a:pPr marL="285750" indent="-285750">
              <a:buFont typeface="Calibri,Sans-Serif"/>
              <a:buChar char="-"/>
            </a:pPr>
            <a:endParaRPr lang="it-IT">
              <a:latin typeface="Arial"/>
              <a:cs typeface="Arial"/>
            </a:endParaRPr>
          </a:p>
          <a:p>
            <a:pPr marL="285750" indent="-285750">
              <a:lnSpc>
                <a:spcPts val="1575"/>
              </a:lnSpc>
              <a:buFont typeface="Calibri,Sans-Serif"/>
              <a:buChar char="-"/>
            </a:pPr>
            <a:endParaRPr lang="it-IT" sz="2000">
              <a:latin typeface="Times New Roman"/>
              <a:cs typeface="Arial"/>
            </a:endParaRPr>
          </a:p>
          <a:p>
            <a:pPr>
              <a:lnSpc>
                <a:spcPts val="1425"/>
              </a:lnSpc>
            </a:pPr>
            <a:r>
              <a:rPr lang="it-IT">
                <a:cs typeface="Segoe UI"/>
              </a:rPr>
              <a:t>​</a:t>
            </a:r>
            <a:endParaRPr lang="it-IT">
              <a:ea typeface="Calibri"/>
              <a:cs typeface="Segoe UI"/>
            </a:endParaRPr>
          </a:p>
        </p:txBody>
      </p:sp>
      <p:pic>
        <p:nvPicPr>
          <p:cNvPr id="8" name="Immagine 7" descr="Immagine che contiene testo, diagramma, schermat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31306EB5-BE0D-1084-7B16-B361932E8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825" y="1842448"/>
            <a:ext cx="6221275" cy="363940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701B16B-1890-693F-3AD3-A517CD2D0A95}"/>
              </a:ext>
            </a:extLst>
          </p:cNvPr>
          <p:cNvSpPr txBox="1"/>
          <p:nvPr/>
        </p:nvSpPr>
        <p:spPr>
          <a:xfrm>
            <a:off x="7685812" y="134112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err="1">
                <a:solidFill>
                  <a:srgbClr val="FF0000"/>
                </a:solidFill>
                <a:latin typeface="Times New Roman"/>
              </a:rPr>
              <a:t>Results</a:t>
            </a:r>
            <a:endParaRPr lang="it-IT" err="1"/>
          </a:p>
        </p:txBody>
      </p:sp>
      <p:pic>
        <p:nvPicPr>
          <p:cNvPr id="10" name="Immagine 9" descr="Immagine che contiene Carattere, tipografia, test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1B59CCE6-AF86-1665-A46F-717E04222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49" y="3715886"/>
            <a:ext cx="5105543" cy="24509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BBFD04-FF31-132E-51E4-6929492A1DF1}"/>
              </a:ext>
            </a:extLst>
          </p:cNvPr>
          <p:cNvSpPr txBox="1"/>
          <p:nvPr/>
        </p:nvSpPr>
        <p:spPr>
          <a:xfrm>
            <a:off x="1323833" y="320040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>
                <a:solidFill>
                  <a:srgbClr val="FF0000"/>
                </a:solidFill>
                <a:latin typeface="Times New Roman"/>
              </a:rPr>
              <a:t>Loss </a:t>
            </a:r>
            <a:r>
              <a:rPr lang="it-IT" sz="2400" err="1">
                <a:solidFill>
                  <a:srgbClr val="FF0000"/>
                </a:solidFill>
                <a:latin typeface="Times New Roman"/>
              </a:rPr>
              <a:t>calculations</a:t>
            </a:r>
            <a:endParaRPr lang="it-IT" err="1"/>
          </a:p>
        </p:txBody>
      </p:sp>
      <p:pic>
        <p:nvPicPr>
          <p:cNvPr id="12" name="Immagine 11" descr="Immagine che contiene testo, Diagramm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59909BC3-A226-F212-5929-74C9D208B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6386" y="4136195"/>
            <a:ext cx="1767527" cy="211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21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5C5E-6239-34D3-5FBF-61EDEA86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88598845-1B39-BB33-61A8-577CBF545F25}"/>
              </a:ext>
            </a:extLst>
          </p:cNvPr>
          <p:cNvSpPr txBox="1">
            <a:spLocks/>
          </p:cNvSpPr>
          <p:nvPr/>
        </p:nvSpPr>
        <p:spPr>
          <a:xfrm>
            <a:off x="3453246" y="200867"/>
            <a:ext cx="8931665" cy="84225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10036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it-IT" sz="3700">
                <a:solidFill>
                  <a:schemeClr val="tx2"/>
                </a:solidFill>
                <a:cs typeface="Calibri"/>
              </a:rPr>
              <a:t>Ex-Vivo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Bladder</a:t>
            </a:r>
            <a:r>
              <a:rPr lang="it-IT" sz="3700">
                <a:solidFill>
                  <a:schemeClr val="tx2"/>
                </a:solidFill>
                <a:cs typeface="Calibri"/>
              </a:rPr>
              <a:t> Model </a:t>
            </a:r>
            <a:r>
              <a:rPr lang="it-IT" sz="3700" err="1">
                <a:solidFill>
                  <a:schemeClr val="tx2"/>
                </a:solidFill>
                <a:cs typeface="Calibri"/>
              </a:rPr>
              <a:t>Simulation</a:t>
            </a:r>
            <a:endParaRPr lang="it-IT" sz="3700" err="1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4" name="Immagine 3" descr="Immagine che contiene testo, arredo, design, tavolo&#10;&#10;Il contenuto generato dall&amp;#39;IA potrebbe non essere corretto.">
            <a:extLst>
              <a:ext uri="{FF2B5EF4-FFF2-40B4-BE49-F238E27FC236}">
                <a16:creationId xmlns:a16="http://schemas.microsoft.com/office/drawing/2014/main" id="{17258100-73B1-B9AA-2F93-AC666338A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060" y="866703"/>
            <a:ext cx="6434313" cy="2091771"/>
          </a:xfrm>
          <a:prstGeom prst="rect">
            <a:avLst/>
          </a:prstGeom>
        </p:spPr>
      </p:pic>
      <p:pic>
        <p:nvPicPr>
          <p:cNvPr id="5" name="Immagine 4" descr="Immagine che contiene testo, schermat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64F9EA19-A9ED-1EC3-BEFC-25E69FE6F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520" y="2960688"/>
            <a:ext cx="6431280" cy="335470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D5A6D0C-5F81-98E0-4406-9C224E6A8606}"/>
              </a:ext>
            </a:extLst>
          </p:cNvPr>
          <p:cNvSpPr txBox="1"/>
          <p:nvPr/>
        </p:nvSpPr>
        <p:spPr>
          <a:xfrm>
            <a:off x="365760" y="1043550"/>
            <a:ext cx="4175760" cy="15908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1575"/>
              </a:lnSpc>
              <a:buFont typeface="Calibri,Sans-Serif"/>
              <a:buChar char="-"/>
            </a:pPr>
            <a:r>
              <a:rPr lang="it-IT" sz="2000" err="1">
                <a:latin typeface="Times New Roman"/>
                <a:cs typeface="Arial"/>
              </a:rPr>
              <a:t>Pig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Bladder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filled</a:t>
            </a:r>
            <a:r>
              <a:rPr lang="it-IT" sz="2000">
                <a:latin typeface="Times New Roman"/>
                <a:cs typeface="Arial"/>
              </a:rPr>
              <a:t> with  saline </a:t>
            </a:r>
            <a:r>
              <a:rPr lang="it-IT" sz="2000" err="1">
                <a:latin typeface="Times New Roman"/>
                <a:cs typeface="Arial"/>
              </a:rPr>
              <a:t>solution</a:t>
            </a:r>
            <a:endParaRPr lang="it-IT" sz="2000">
              <a:latin typeface="Times New Roman"/>
              <a:cs typeface="Arial"/>
            </a:endParaRPr>
          </a:p>
          <a:p>
            <a:pPr>
              <a:lnSpc>
                <a:spcPts val="1575"/>
              </a:lnSpc>
            </a:pPr>
            <a:endParaRPr lang="it-IT" sz="2000">
              <a:latin typeface="Times New Roman"/>
              <a:cs typeface="Arial"/>
            </a:endParaRPr>
          </a:p>
          <a:p>
            <a:pPr marL="285750" indent="-285750">
              <a:lnSpc>
                <a:spcPts val="1575"/>
              </a:lnSpc>
              <a:buFont typeface="Calibri,Sans-Serif"/>
              <a:buChar char="-"/>
            </a:pPr>
            <a:r>
              <a:rPr lang="it-IT" sz="2000" err="1">
                <a:latin typeface="Times New Roman"/>
                <a:cs typeface="Arial"/>
              </a:rPr>
              <a:t>Variation</a:t>
            </a:r>
            <a:r>
              <a:rPr lang="it-IT" sz="2000">
                <a:latin typeface="Times New Roman"/>
                <a:cs typeface="Arial"/>
              </a:rPr>
              <a:t> of </a:t>
            </a:r>
            <a:r>
              <a:rPr lang="it-IT" sz="2000" err="1">
                <a:latin typeface="Times New Roman"/>
                <a:cs typeface="Arial"/>
              </a:rPr>
              <a:t>bladder</a:t>
            </a:r>
            <a:r>
              <a:rPr lang="it-IT" sz="2000">
                <a:latin typeface="Times New Roman"/>
                <a:cs typeface="Arial"/>
              </a:rPr>
              <a:t> volume to </a:t>
            </a:r>
            <a:r>
              <a:rPr lang="it-IT" sz="2000" err="1">
                <a:latin typeface="Times New Roman"/>
                <a:cs typeface="Arial"/>
              </a:rPr>
              <a:t>detect</a:t>
            </a:r>
            <a:r>
              <a:rPr lang="it-IT" sz="2000">
                <a:latin typeface="Times New Roman"/>
                <a:cs typeface="Arial"/>
              </a:rPr>
              <a:t> </a:t>
            </a:r>
            <a:r>
              <a:rPr lang="it-IT" sz="2000" err="1">
                <a:latin typeface="Times New Roman"/>
                <a:cs typeface="Arial"/>
              </a:rPr>
              <a:t>different</a:t>
            </a:r>
            <a:r>
              <a:rPr lang="it-IT" sz="2000">
                <a:latin typeface="Times New Roman"/>
                <a:cs typeface="Arial"/>
              </a:rPr>
              <a:t> beat frequency </a:t>
            </a:r>
          </a:p>
          <a:p>
            <a:pPr marL="285750" indent="-285750">
              <a:buFont typeface="Calibri,Sans-Serif"/>
              <a:buChar char="-"/>
            </a:pPr>
            <a:endParaRPr lang="it-IT">
              <a:latin typeface="Arial"/>
              <a:cs typeface="Arial"/>
            </a:endParaRPr>
          </a:p>
          <a:p>
            <a:pPr>
              <a:lnSpc>
                <a:spcPts val="1425"/>
              </a:lnSpc>
            </a:pPr>
            <a:r>
              <a:rPr lang="it-IT">
                <a:cs typeface="Segoe UI"/>
              </a:rPr>
              <a:t>​</a:t>
            </a:r>
            <a:endParaRPr lang="it-IT">
              <a:ea typeface="Calibri"/>
              <a:cs typeface="Segoe U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8F28BB-13B0-276E-7E17-E3CCF9403E56}"/>
              </a:ext>
            </a:extLst>
          </p:cNvPr>
          <p:cNvSpPr txBox="1"/>
          <p:nvPr/>
        </p:nvSpPr>
        <p:spPr>
          <a:xfrm>
            <a:off x="622907" y="2436757"/>
            <a:ext cx="3268713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800" b="1" err="1">
                <a:solidFill>
                  <a:srgbClr val="FF0000"/>
                </a:solidFill>
                <a:latin typeface="Times New Roman"/>
                <a:cs typeface="Times New Roman"/>
              </a:rPr>
              <a:t>Problems</a:t>
            </a:r>
            <a:endParaRPr lang="it-IT" sz="2800" b="1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>
                <a:latin typeface="Times New Roman"/>
                <a:ea typeface="Calibri"/>
                <a:cs typeface="Times New Roman"/>
              </a:rPr>
              <a:t>Impact of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motion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and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patient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posture</a:t>
            </a:r>
          </a:p>
          <a:p>
            <a:pPr marL="285750" indent="-285750">
              <a:buFont typeface="Calibri"/>
              <a:buChar char="-"/>
            </a:pPr>
            <a:endParaRPr lang="it-IT" sz="20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Effect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of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prolonged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exposure</a:t>
            </a: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 to High-Frequency FMCW</a:t>
            </a:r>
          </a:p>
          <a:p>
            <a:pPr marL="285750" indent="-285750">
              <a:buFont typeface="Calibri"/>
              <a:buChar char="-"/>
            </a:pP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 err="1">
                <a:latin typeface="Times New Roman"/>
                <a:ea typeface="Calibri" panose="020F0502020204030204"/>
                <a:cs typeface="Times New Roman"/>
              </a:rPr>
              <a:t>Dimension</a:t>
            </a: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endParaRPr lang="it-IT" sz="200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it-IT" sz="2000">
                <a:latin typeface="Times New Roman"/>
                <a:ea typeface="Calibri" panose="020F0502020204030204"/>
                <a:cs typeface="Times New Roman"/>
              </a:rPr>
              <a:t>Cost</a:t>
            </a:r>
          </a:p>
          <a:p>
            <a:endParaRPr lang="it-IT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5662949-25F0-6366-24DC-1A3086A1DFC3}"/>
              </a:ext>
            </a:extLst>
          </p:cNvPr>
          <p:cNvSpPr/>
          <p:nvPr/>
        </p:nvSpPr>
        <p:spPr>
          <a:xfrm>
            <a:off x="620663" y="2453097"/>
            <a:ext cx="3280649" cy="385697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606740"/>
      </p:ext>
    </p:extLst>
  </p:cSld>
  <p:clrMapOvr>
    <a:masterClrMapping/>
  </p:clrMapOvr>
</p:sld>
</file>

<file path=ppt/theme/theme1.xml><?xml version="1.0" encoding="utf-8"?>
<a:theme xmlns:a="http://schemas.openxmlformats.org/drawingml/2006/main" name="LAB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B_template" id="{9DFF2ABC-D06F-447C-AEB7-12299DFB1B22}" vid="{FDC4B10C-3902-42F0-893F-4098321572B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889</Words>
  <Application>Microsoft Office PowerPoint</Application>
  <PresentationFormat>Widescreen</PresentationFormat>
  <Paragraphs>166</Paragraphs>
  <Slides>24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Calibri,Sans-Serif</vt:lpstr>
      <vt:lpstr>Cambria Math</vt:lpstr>
      <vt:lpstr>Courier New</vt:lpstr>
      <vt:lpstr>Franklin Gothic Book</vt:lpstr>
      <vt:lpstr>Segoe UI</vt:lpstr>
      <vt:lpstr>Times New Roman</vt:lpstr>
      <vt:lpstr>Wingdings</vt:lpstr>
      <vt:lpstr>LAB_template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Next step and project potential</vt:lpstr>
      <vt:lpstr>Device for Electrical Neuromodulation of Bladder Contractions</vt:lpstr>
      <vt:lpstr>Constraints and Biomedical Design</vt:lpstr>
      <vt:lpstr>Power Transmission and Results</vt:lpstr>
      <vt:lpstr>Conclusions and Future Perspectives</vt:lpstr>
      <vt:lpstr>A wireless system for monitoring urinary bladder function following surgical recovery</vt:lpstr>
      <vt:lpstr>Device structure and implantation procedure</vt:lpstr>
      <vt:lpstr>Materials </vt:lpstr>
      <vt:lpstr>Tests and Bladder Pressure Estimation</vt:lpstr>
      <vt:lpstr>Conclusions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alice bonucci</dc:creator>
  <cp:lastModifiedBy>silvia gialloreto</cp:lastModifiedBy>
  <cp:revision>15</cp:revision>
  <dcterms:created xsi:type="dcterms:W3CDTF">2025-05-20T06:57:57Z</dcterms:created>
  <dcterms:modified xsi:type="dcterms:W3CDTF">2025-05-22T12:23:02Z</dcterms:modified>
</cp:coreProperties>
</file>