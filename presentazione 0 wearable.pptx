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7"/>
  </p:notesMasterIdLst>
  <p:sldIdLst>
    <p:sldId id="461" r:id="rId3"/>
    <p:sldId id="491" r:id="rId4"/>
    <p:sldId id="490" r:id="rId5"/>
    <p:sldId id="489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D7B8E2"/>
    <a:srgbClr val="F8BE90"/>
    <a:srgbClr val="CDC0DA"/>
    <a:srgbClr val="D7E3BB"/>
    <a:srgbClr val="E6B8B8"/>
    <a:srgbClr val="B8CCE4"/>
    <a:srgbClr val="FFFFFF"/>
    <a:srgbClr val="423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6F70DB-FF02-B1C6-C08F-565083CD8585}" v="43" dt="2025-05-17T22:34:01.654"/>
    <p1510:client id="{B70B5D86-1EC2-185D-9328-D9EF969502D1}" v="18" dt="2025-05-18T13:41:41.435"/>
    <p1510:client id="{EA5D4743-E2F8-695B-543C-86BD420BAF76}" v="63" dt="2025-05-17T22:24:42.746"/>
    <p1510:client id="{EF039A7E-BDC4-465B-89F8-3200D1E009A2}" v="10" dt="2025-05-18T13:44:43.941"/>
    <p1510:client id="{F574B663-C5FF-42F0-FD88-184E503809A7}" v="70" dt="2025-05-18T14:02:11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202208-64F1-49EB-80D9-14AB14B63482}" type="doc">
      <dgm:prSet loTypeId="urn:microsoft.com/office/officeart/2005/8/layout/vList4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6C51275-2BBE-4F21-A426-918CD1CC3824}">
      <dgm:prSet phldrT="[Testo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Silvia </a:t>
          </a:r>
          <a:r>
            <a:rPr lang="it-IT" b="1">
              <a:solidFill>
                <a:schemeClr val="tx1"/>
              </a:solidFill>
              <a:latin typeface="Calibri Light" panose="020F0302020204030204"/>
            </a:rPr>
            <a:t>Gialloreto</a:t>
          </a:r>
          <a:endParaRPr lang="it-IT" b="1">
            <a:solidFill>
              <a:schemeClr val="tx1"/>
            </a:solidFill>
          </a:endParaRPr>
        </a:p>
      </dgm:t>
    </dgm:pt>
    <dgm:pt modelId="{F798E7B8-FE7B-48C5-AAEE-DFA453BA9832}" type="parTrans" cxnId="{118AC394-B35D-46B3-8D10-97F94778624B}">
      <dgm:prSet/>
      <dgm:spPr/>
      <dgm:t>
        <a:bodyPr/>
        <a:lstStyle/>
        <a:p>
          <a:endParaRPr lang="it-IT"/>
        </a:p>
      </dgm:t>
    </dgm:pt>
    <dgm:pt modelId="{C4E87263-9CA9-46A0-9D48-268F1D1AD8B7}" type="sibTrans" cxnId="{118AC394-B35D-46B3-8D10-97F94778624B}">
      <dgm:prSet/>
      <dgm:spPr/>
      <dgm:t>
        <a:bodyPr/>
        <a:lstStyle/>
        <a:p>
          <a:endParaRPr lang="it-IT"/>
        </a:p>
      </dgm:t>
    </dgm:pt>
    <dgm:pt modelId="{AB215D95-1AC0-4946-B8CE-30629AB67776}">
      <dgm:prSet phldrT="[Testo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it-IT">
              <a:solidFill>
                <a:schemeClr val="tx1"/>
              </a:solidFill>
            </a:rPr>
            <a:t>Project Manager</a:t>
          </a:r>
        </a:p>
      </dgm:t>
    </dgm:pt>
    <dgm:pt modelId="{5DE99F1A-EAC2-42E4-934B-E1AEA8CB8C1D}" type="parTrans" cxnId="{DA56F315-FA93-4CAF-8F9E-6D7754B01E6F}">
      <dgm:prSet/>
      <dgm:spPr/>
      <dgm:t>
        <a:bodyPr/>
        <a:lstStyle/>
        <a:p>
          <a:endParaRPr lang="it-IT"/>
        </a:p>
      </dgm:t>
    </dgm:pt>
    <dgm:pt modelId="{E4490545-F1A1-455B-80FC-8AB6054AFA8E}" type="sibTrans" cxnId="{DA56F315-FA93-4CAF-8F9E-6D7754B01E6F}">
      <dgm:prSet/>
      <dgm:spPr/>
      <dgm:t>
        <a:bodyPr/>
        <a:lstStyle/>
        <a:p>
          <a:endParaRPr lang="it-IT"/>
        </a:p>
      </dgm:t>
    </dgm:pt>
    <dgm:pt modelId="{7C8E3464-C0CD-4C95-A0B2-848758223684}">
      <dgm:prSet phldrT="[Testo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it-IT" b="0" i="0">
              <a:solidFill>
                <a:schemeClr val="tx1"/>
              </a:solidFill>
            </a:rPr>
            <a:t>WP </a:t>
          </a:r>
          <a:r>
            <a:rPr lang="it-IT" b="0" i="0" err="1">
              <a:solidFill>
                <a:schemeClr val="tx1"/>
              </a:solidFill>
            </a:rPr>
            <a:t>Prototyping</a:t>
          </a:r>
          <a:r>
            <a:rPr lang="it-IT" b="0" i="0">
              <a:solidFill>
                <a:schemeClr val="tx1"/>
              </a:solidFill>
            </a:rPr>
            <a:t> and testing</a:t>
          </a:r>
        </a:p>
      </dgm:t>
    </dgm:pt>
    <dgm:pt modelId="{13C69387-5280-427B-9D1F-68DC77A6D61E}" type="parTrans" cxnId="{94DB3228-0C28-42BB-877C-79F80D50DF01}">
      <dgm:prSet/>
      <dgm:spPr/>
      <dgm:t>
        <a:bodyPr/>
        <a:lstStyle/>
        <a:p>
          <a:endParaRPr lang="it-IT"/>
        </a:p>
      </dgm:t>
    </dgm:pt>
    <dgm:pt modelId="{75375448-548E-4221-A4D3-8CFEC4C99D8D}" type="sibTrans" cxnId="{94DB3228-0C28-42BB-877C-79F80D50DF01}">
      <dgm:prSet/>
      <dgm:spPr/>
      <dgm:t>
        <a:bodyPr/>
        <a:lstStyle/>
        <a:p>
          <a:endParaRPr lang="it-IT"/>
        </a:p>
      </dgm:t>
    </dgm:pt>
    <dgm:pt modelId="{8A2B0FD7-83CE-473D-85B1-EE7612CD03DE}">
      <dgm:prSet phldrT="[Testo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Domiziana Berardino</a:t>
          </a:r>
        </a:p>
      </dgm:t>
    </dgm:pt>
    <dgm:pt modelId="{449186A7-4A8A-4414-8603-6774655178D1}" type="parTrans" cxnId="{21AC8628-8032-46A3-A569-3D94D25B3579}">
      <dgm:prSet/>
      <dgm:spPr/>
      <dgm:t>
        <a:bodyPr/>
        <a:lstStyle/>
        <a:p>
          <a:endParaRPr lang="it-IT"/>
        </a:p>
      </dgm:t>
    </dgm:pt>
    <dgm:pt modelId="{FFD1A982-B735-47F1-B61E-6B2CF798E62D}" type="sibTrans" cxnId="{21AC8628-8032-46A3-A569-3D94D25B3579}">
      <dgm:prSet/>
      <dgm:spPr/>
      <dgm:t>
        <a:bodyPr/>
        <a:lstStyle/>
        <a:p>
          <a:endParaRPr lang="it-IT"/>
        </a:p>
      </dgm:t>
    </dgm:pt>
    <dgm:pt modelId="{5267D87B-4886-47FD-B07E-7F74D2206ACF}">
      <dgm:prSet phldrT="[Testo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it-IT" b="0" i="0">
              <a:solidFill>
                <a:schemeClr val="tx1"/>
              </a:solidFill>
            </a:rPr>
            <a:t>WP </a:t>
          </a:r>
          <a:r>
            <a:rPr lang="it-IT" b="0" i="0" err="1">
              <a:solidFill>
                <a:schemeClr val="tx1"/>
              </a:solidFill>
            </a:rPr>
            <a:t>Anatomical</a:t>
          </a:r>
          <a:r>
            <a:rPr lang="it-IT" b="0" i="0">
              <a:solidFill>
                <a:schemeClr val="tx1"/>
              </a:solidFill>
            </a:rPr>
            <a:t> State of art</a:t>
          </a:r>
        </a:p>
      </dgm:t>
    </dgm:pt>
    <dgm:pt modelId="{5DF83AF4-507D-4568-BBED-E783F9BEFA8C}" type="parTrans" cxnId="{A77D1057-4AAB-4078-B4B8-25673A369765}">
      <dgm:prSet/>
      <dgm:spPr/>
      <dgm:t>
        <a:bodyPr/>
        <a:lstStyle/>
        <a:p>
          <a:endParaRPr lang="it-IT"/>
        </a:p>
      </dgm:t>
    </dgm:pt>
    <dgm:pt modelId="{85568567-7D8D-448D-9D21-F789FDD72E0B}" type="sibTrans" cxnId="{A77D1057-4AAB-4078-B4B8-25673A369765}">
      <dgm:prSet/>
      <dgm:spPr/>
      <dgm:t>
        <a:bodyPr/>
        <a:lstStyle/>
        <a:p>
          <a:endParaRPr lang="it-IT"/>
        </a:p>
      </dgm:t>
    </dgm:pt>
    <dgm:pt modelId="{C56B83DD-9C56-428C-8E6F-6D99C4EBCAD9}">
      <dgm:prSet phldrT="[Testo]"/>
      <dgm:spPr>
        <a:solidFill>
          <a:srgbClr val="E6B8B8"/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Alice Bonucci</a:t>
          </a:r>
        </a:p>
      </dgm:t>
    </dgm:pt>
    <dgm:pt modelId="{513F192A-9B2D-4DA5-832B-93DB16DE24E5}" type="parTrans" cxnId="{23BEA7FB-CBD8-4850-882C-F7359E3D3D4F}">
      <dgm:prSet/>
      <dgm:spPr/>
      <dgm:t>
        <a:bodyPr/>
        <a:lstStyle/>
        <a:p>
          <a:endParaRPr lang="it-IT"/>
        </a:p>
      </dgm:t>
    </dgm:pt>
    <dgm:pt modelId="{4BC0C139-0E79-410D-8421-0BEF09E533BC}" type="sibTrans" cxnId="{23BEA7FB-CBD8-4850-882C-F7359E3D3D4F}">
      <dgm:prSet/>
      <dgm:spPr/>
      <dgm:t>
        <a:bodyPr/>
        <a:lstStyle/>
        <a:p>
          <a:endParaRPr lang="it-IT"/>
        </a:p>
      </dgm:t>
    </dgm:pt>
    <dgm:pt modelId="{A457D341-B595-4FE6-8BBF-FE453735DF38}">
      <dgm:prSet phldrT="[Testo]"/>
      <dgm:spPr>
        <a:solidFill>
          <a:srgbClr val="E6B8B8"/>
        </a:solidFill>
      </dgm:spPr>
      <dgm:t>
        <a:bodyPr/>
        <a:lstStyle/>
        <a:p>
          <a:r>
            <a:rPr lang="it-IT" b="0" i="0">
              <a:solidFill>
                <a:schemeClr val="tx1"/>
              </a:solidFill>
            </a:rPr>
            <a:t>WP EM Analysis and chip </a:t>
          </a:r>
          <a:r>
            <a:rPr lang="it-IT" b="0" i="0" err="1">
              <a:solidFill>
                <a:schemeClr val="tx1"/>
              </a:solidFill>
            </a:rPr>
            <a:t>selection</a:t>
          </a:r>
          <a:endParaRPr lang="it-IT" b="0" i="0">
            <a:solidFill>
              <a:schemeClr val="tx1"/>
            </a:solidFill>
          </a:endParaRPr>
        </a:p>
      </dgm:t>
    </dgm:pt>
    <dgm:pt modelId="{F09AEF76-C3B0-4BC9-B831-3616A9AE06E9}" type="parTrans" cxnId="{008894BD-14BA-40C7-BFBA-5D24D702BA50}">
      <dgm:prSet/>
      <dgm:spPr/>
      <dgm:t>
        <a:bodyPr/>
        <a:lstStyle/>
        <a:p>
          <a:endParaRPr lang="it-IT"/>
        </a:p>
      </dgm:t>
    </dgm:pt>
    <dgm:pt modelId="{CA748E9B-7783-4569-8801-C6EFAD2C0A3E}" type="sibTrans" cxnId="{008894BD-14BA-40C7-BFBA-5D24D702BA50}">
      <dgm:prSet/>
      <dgm:spPr/>
      <dgm:t>
        <a:bodyPr/>
        <a:lstStyle/>
        <a:p>
          <a:endParaRPr lang="it-IT"/>
        </a:p>
      </dgm:t>
    </dgm:pt>
    <dgm:pt modelId="{DBAA7A41-F079-46AF-B4F8-72D723248B67}">
      <dgm:prSet phldrT="[Testo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Antonio </a:t>
          </a:r>
          <a:r>
            <a:rPr lang="it-IT" b="1">
              <a:solidFill>
                <a:schemeClr val="tx1"/>
              </a:solidFill>
              <a:latin typeface="Calibri Light" panose="020F0302020204030204"/>
            </a:rPr>
            <a:t>Giordano</a:t>
          </a:r>
          <a:endParaRPr lang="it-IT" b="1">
            <a:solidFill>
              <a:schemeClr val="tx1"/>
            </a:solidFill>
          </a:endParaRPr>
        </a:p>
      </dgm:t>
    </dgm:pt>
    <dgm:pt modelId="{F4A9EAB9-0D0C-4631-8F01-9EEA8CF0D448}" type="parTrans" cxnId="{A7E92CAB-4749-4662-B057-19D2194C806D}">
      <dgm:prSet/>
      <dgm:spPr/>
      <dgm:t>
        <a:bodyPr/>
        <a:lstStyle/>
        <a:p>
          <a:endParaRPr lang="it-IT"/>
        </a:p>
      </dgm:t>
    </dgm:pt>
    <dgm:pt modelId="{335219C1-081A-4C6B-9B88-2E415E181608}" type="sibTrans" cxnId="{A7E92CAB-4749-4662-B057-19D2194C806D}">
      <dgm:prSet/>
      <dgm:spPr/>
      <dgm:t>
        <a:bodyPr/>
        <a:lstStyle/>
        <a:p>
          <a:endParaRPr lang="it-IT"/>
        </a:p>
      </dgm:t>
    </dgm:pt>
    <dgm:pt modelId="{AC2448AD-E429-4252-B9C5-ADAB249DBD04}">
      <dgm:prSet phldrT="[Testo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it-IT" b="0" i="0">
              <a:solidFill>
                <a:schemeClr val="tx1"/>
              </a:solidFill>
            </a:rPr>
            <a:t>WP Preliminary Design</a:t>
          </a:r>
        </a:p>
      </dgm:t>
    </dgm:pt>
    <dgm:pt modelId="{26A7E876-6BF8-4BED-B0FD-0ABE4E172F10}" type="parTrans" cxnId="{06072268-ACBF-4DD8-8054-03021A590173}">
      <dgm:prSet/>
      <dgm:spPr/>
      <dgm:t>
        <a:bodyPr/>
        <a:lstStyle/>
        <a:p>
          <a:endParaRPr lang="it-IT"/>
        </a:p>
      </dgm:t>
    </dgm:pt>
    <dgm:pt modelId="{30BB4452-3E8A-48E3-98DF-127CCB344652}" type="sibTrans" cxnId="{06072268-ACBF-4DD8-8054-03021A590173}">
      <dgm:prSet/>
      <dgm:spPr/>
      <dgm:t>
        <a:bodyPr/>
        <a:lstStyle/>
        <a:p>
          <a:endParaRPr lang="it-IT"/>
        </a:p>
      </dgm:t>
    </dgm:pt>
    <dgm:pt modelId="{C861B4E5-2A11-425B-810D-DDF7BF2D6A4C}">
      <dgm:prSet phldrT="[Testo]"/>
      <dgm:spPr>
        <a:solidFill>
          <a:srgbClr val="D7B8E2"/>
        </a:solidFill>
      </dgm:spPr>
      <dgm:t>
        <a:bodyPr/>
        <a:lstStyle/>
        <a:p>
          <a:r>
            <a:rPr lang="it-IT" b="1">
              <a:solidFill>
                <a:schemeClr val="tx1"/>
              </a:solidFill>
            </a:rPr>
            <a:t>Valerio Luzi</a:t>
          </a:r>
        </a:p>
      </dgm:t>
    </dgm:pt>
    <dgm:pt modelId="{059F7A6C-BE36-436B-98D0-56779FCBCF7E}" type="parTrans" cxnId="{038D3DCA-6BBC-415D-9C11-B4A8204ED5CC}">
      <dgm:prSet/>
      <dgm:spPr/>
      <dgm:t>
        <a:bodyPr/>
        <a:lstStyle/>
        <a:p>
          <a:endParaRPr lang="it-IT"/>
        </a:p>
      </dgm:t>
    </dgm:pt>
    <dgm:pt modelId="{E09CBBD5-EA0B-484A-AF56-3639B59C5D73}" type="sibTrans" cxnId="{038D3DCA-6BBC-415D-9C11-B4A8204ED5CC}">
      <dgm:prSet/>
      <dgm:spPr/>
      <dgm:t>
        <a:bodyPr/>
        <a:lstStyle/>
        <a:p>
          <a:endParaRPr lang="it-IT"/>
        </a:p>
      </dgm:t>
    </dgm:pt>
    <dgm:pt modelId="{F0C1CC80-69CC-43AB-9F6D-7ADFDA19A780}">
      <dgm:prSet phldrT="[Testo]"/>
      <dgm:spPr>
        <a:solidFill>
          <a:srgbClr val="D7B8E2"/>
        </a:solidFill>
      </dgm:spPr>
      <dgm:t>
        <a:bodyPr/>
        <a:lstStyle/>
        <a:p>
          <a:r>
            <a:rPr lang="it-IT" b="0" i="0">
              <a:solidFill>
                <a:schemeClr val="tx1"/>
              </a:solidFill>
            </a:rPr>
            <a:t>WP </a:t>
          </a:r>
          <a:r>
            <a:rPr lang="it-IT" b="0" i="0" err="1">
              <a:solidFill>
                <a:schemeClr val="tx1"/>
              </a:solidFill>
            </a:rPr>
            <a:t>Final</a:t>
          </a:r>
          <a:r>
            <a:rPr lang="it-IT" b="0" i="0">
              <a:solidFill>
                <a:schemeClr val="tx1"/>
              </a:solidFill>
            </a:rPr>
            <a:t> design and </a:t>
          </a:r>
          <a:r>
            <a:rPr lang="it-IT" b="0" i="0" err="1">
              <a:solidFill>
                <a:schemeClr val="tx1"/>
              </a:solidFill>
            </a:rPr>
            <a:t>validation</a:t>
          </a:r>
          <a:endParaRPr lang="it-IT" b="0" i="0">
            <a:solidFill>
              <a:schemeClr val="tx1"/>
            </a:solidFill>
          </a:endParaRPr>
        </a:p>
      </dgm:t>
    </dgm:pt>
    <dgm:pt modelId="{F4D4BD4E-05BF-4616-BD32-E47C172FDF0D}" type="parTrans" cxnId="{BE23A699-E06B-4EFD-B816-53629543882B}">
      <dgm:prSet/>
      <dgm:spPr/>
      <dgm:t>
        <a:bodyPr/>
        <a:lstStyle/>
        <a:p>
          <a:endParaRPr lang="it-IT"/>
        </a:p>
      </dgm:t>
    </dgm:pt>
    <dgm:pt modelId="{2E38ADDC-D5AE-4EFC-985B-68FCD977EB29}" type="sibTrans" cxnId="{BE23A699-E06B-4EFD-B816-53629543882B}">
      <dgm:prSet/>
      <dgm:spPr/>
      <dgm:t>
        <a:bodyPr/>
        <a:lstStyle/>
        <a:p>
          <a:endParaRPr lang="it-IT"/>
        </a:p>
      </dgm:t>
    </dgm:pt>
    <dgm:pt modelId="{D26DCD8B-ADFE-4051-8E4E-B77F7A87F846}" type="pres">
      <dgm:prSet presAssocID="{78202208-64F1-49EB-80D9-14AB14B63482}" presName="linear" presStyleCnt="0">
        <dgm:presLayoutVars>
          <dgm:dir/>
          <dgm:resizeHandles val="exact"/>
        </dgm:presLayoutVars>
      </dgm:prSet>
      <dgm:spPr/>
    </dgm:pt>
    <dgm:pt modelId="{AB6AE2BA-5EC1-422E-AEBD-E92BA8471E5E}" type="pres">
      <dgm:prSet presAssocID="{86C51275-2BBE-4F21-A426-918CD1CC3824}" presName="comp" presStyleCnt="0"/>
      <dgm:spPr/>
    </dgm:pt>
    <dgm:pt modelId="{8A7C3711-0F41-464E-9E53-9BD4870B1391}" type="pres">
      <dgm:prSet presAssocID="{86C51275-2BBE-4F21-A426-918CD1CC3824}" presName="box" presStyleLbl="node1" presStyleIdx="0" presStyleCnt="5"/>
      <dgm:spPr/>
    </dgm:pt>
    <dgm:pt modelId="{DD0620E3-CF6A-457B-B84A-0CD11CAD704D}" type="pres">
      <dgm:prSet presAssocID="{86C51275-2BBE-4F21-A426-918CD1CC3824}" presName="img" presStyleLbl="fgImgPlace1" presStyleIdx="0" presStyleCnt="5"/>
      <dgm:spPr>
        <a:blipFill rotWithShape="1">
          <a:blip xmlns:r="http://schemas.openxmlformats.org/officeDocument/2006/relationships" r:embed="rId1"/>
          <a:srcRect/>
          <a:stretch>
            <a:fillRect t="-35000" b="-35000"/>
          </a:stretch>
        </a:blipFill>
      </dgm:spPr>
    </dgm:pt>
    <dgm:pt modelId="{9B45233D-017C-44C1-B472-E04A70A4DDFE}" type="pres">
      <dgm:prSet presAssocID="{86C51275-2BBE-4F21-A426-918CD1CC3824}" presName="text" presStyleLbl="node1" presStyleIdx="0" presStyleCnt="5">
        <dgm:presLayoutVars>
          <dgm:bulletEnabled val="1"/>
        </dgm:presLayoutVars>
      </dgm:prSet>
      <dgm:spPr/>
    </dgm:pt>
    <dgm:pt modelId="{68363AC8-9FBE-453F-81F2-F12BE2FDB255}" type="pres">
      <dgm:prSet presAssocID="{C4E87263-9CA9-46A0-9D48-268F1D1AD8B7}" presName="spacer" presStyleCnt="0"/>
      <dgm:spPr/>
    </dgm:pt>
    <dgm:pt modelId="{204A1346-ABEF-4B4E-B1EB-900246FAA32E}" type="pres">
      <dgm:prSet presAssocID="{8A2B0FD7-83CE-473D-85B1-EE7612CD03DE}" presName="comp" presStyleCnt="0"/>
      <dgm:spPr/>
    </dgm:pt>
    <dgm:pt modelId="{2F4BEE07-0CC5-40B0-8CE7-75FBBC79A820}" type="pres">
      <dgm:prSet presAssocID="{8A2B0FD7-83CE-473D-85B1-EE7612CD03DE}" presName="box" presStyleLbl="node1" presStyleIdx="1" presStyleCnt="5"/>
      <dgm:spPr/>
    </dgm:pt>
    <dgm:pt modelId="{72008E7A-732A-468D-9D77-272E7F9FA3FD}" type="pres">
      <dgm:prSet presAssocID="{8A2B0FD7-83CE-473D-85B1-EE7612CD03DE}" presName="img" presStyleLbl="fgImgPlace1" presStyleIdx="1" presStyleCnt="5"/>
      <dgm:spPr/>
    </dgm:pt>
    <dgm:pt modelId="{E24D74DF-F5C8-493C-B4F9-7DBA90B752AB}" type="pres">
      <dgm:prSet presAssocID="{8A2B0FD7-83CE-473D-85B1-EE7612CD03DE}" presName="text" presStyleLbl="node1" presStyleIdx="1" presStyleCnt="5">
        <dgm:presLayoutVars>
          <dgm:bulletEnabled val="1"/>
        </dgm:presLayoutVars>
      </dgm:prSet>
      <dgm:spPr/>
    </dgm:pt>
    <dgm:pt modelId="{1813738D-0CDE-4E26-B75A-54403A49472F}" type="pres">
      <dgm:prSet presAssocID="{FFD1A982-B735-47F1-B61E-6B2CF798E62D}" presName="spacer" presStyleCnt="0"/>
      <dgm:spPr/>
    </dgm:pt>
    <dgm:pt modelId="{AA05D679-4FCE-470E-8DFF-B281BF6DBF4B}" type="pres">
      <dgm:prSet presAssocID="{C56B83DD-9C56-428C-8E6F-6D99C4EBCAD9}" presName="comp" presStyleCnt="0"/>
      <dgm:spPr/>
    </dgm:pt>
    <dgm:pt modelId="{083DE555-F62D-4EA1-A507-E3DDFB91384A}" type="pres">
      <dgm:prSet presAssocID="{C56B83DD-9C56-428C-8E6F-6D99C4EBCAD9}" presName="box" presStyleLbl="node1" presStyleIdx="2" presStyleCnt="5" custLinFactNeighborX="958" custLinFactNeighborY="-974"/>
      <dgm:spPr/>
    </dgm:pt>
    <dgm:pt modelId="{1C181D42-4659-4BFC-B202-B6CC2454E87D}" type="pres">
      <dgm:prSet presAssocID="{C56B83DD-9C56-428C-8E6F-6D99C4EBCAD9}" presName="img" presStyleLbl="fgImgPlace1" presStyleIdx="2" presStyleCnt="5"/>
      <dgm:spPr/>
    </dgm:pt>
    <dgm:pt modelId="{BE4CE28D-D266-421F-BAA4-AD2EAB3FAB04}" type="pres">
      <dgm:prSet presAssocID="{C56B83DD-9C56-428C-8E6F-6D99C4EBCAD9}" presName="text" presStyleLbl="node1" presStyleIdx="2" presStyleCnt="5">
        <dgm:presLayoutVars>
          <dgm:bulletEnabled val="1"/>
        </dgm:presLayoutVars>
      </dgm:prSet>
      <dgm:spPr/>
    </dgm:pt>
    <dgm:pt modelId="{D45346BF-00CF-4673-9BCD-B03CD9DA27F5}" type="pres">
      <dgm:prSet presAssocID="{4BC0C139-0E79-410D-8421-0BEF09E533BC}" presName="spacer" presStyleCnt="0"/>
      <dgm:spPr/>
    </dgm:pt>
    <dgm:pt modelId="{9FB8FA85-DF82-4543-B018-7FBD19C7ADE6}" type="pres">
      <dgm:prSet presAssocID="{DBAA7A41-F079-46AF-B4F8-72D723248B67}" presName="comp" presStyleCnt="0"/>
      <dgm:spPr/>
    </dgm:pt>
    <dgm:pt modelId="{FBE51363-1A99-401F-8699-55BCB5FB6082}" type="pres">
      <dgm:prSet presAssocID="{DBAA7A41-F079-46AF-B4F8-72D723248B67}" presName="box" presStyleLbl="node1" presStyleIdx="3" presStyleCnt="5" custLinFactNeighborX="958" custLinFactNeighborY="-974"/>
      <dgm:spPr/>
    </dgm:pt>
    <dgm:pt modelId="{14E26410-B7ED-4281-AB27-7E2D7FB30E5A}" type="pres">
      <dgm:prSet presAssocID="{DBAA7A41-F079-46AF-B4F8-72D723248B67}" presName="img" presStyleLbl="fgImgPlace1" presStyleIdx="3" presStyleCnt="5"/>
      <dgm:spPr/>
    </dgm:pt>
    <dgm:pt modelId="{8CC20E6E-EC5B-4744-83F8-16907EB98BC9}" type="pres">
      <dgm:prSet presAssocID="{DBAA7A41-F079-46AF-B4F8-72D723248B67}" presName="text" presStyleLbl="node1" presStyleIdx="3" presStyleCnt="5">
        <dgm:presLayoutVars>
          <dgm:bulletEnabled val="1"/>
        </dgm:presLayoutVars>
      </dgm:prSet>
      <dgm:spPr/>
    </dgm:pt>
    <dgm:pt modelId="{E6CD87FA-0FA3-4BAB-87D2-C6B6E00245B6}" type="pres">
      <dgm:prSet presAssocID="{335219C1-081A-4C6B-9B88-2E415E181608}" presName="spacer" presStyleCnt="0"/>
      <dgm:spPr/>
    </dgm:pt>
    <dgm:pt modelId="{B83B3AD3-F5DC-40B2-BEF4-6DE38299CF33}" type="pres">
      <dgm:prSet presAssocID="{C861B4E5-2A11-425B-810D-DDF7BF2D6A4C}" presName="comp" presStyleCnt="0"/>
      <dgm:spPr/>
    </dgm:pt>
    <dgm:pt modelId="{1E463E63-BBC6-4E13-898C-7FFC3C20FA78}" type="pres">
      <dgm:prSet presAssocID="{C861B4E5-2A11-425B-810D-DDF7BF2D6A4C}" presName="box" presStyleLbl="node1" presStyleIdx="4" presStyleCnt="5" custLinFactNeighborX="958" custLinFactNeighborY="-974"/>
      <dgm:spPr/>
    </dgm:pt>
    <dgm:pt modelId="{22DF8BDC-C276-4660-AAA2-7F0A5F220FA3}" type="pres">
      <dgm:prSet presAssocID="{C861B4E5-2A11-425B-810D-DDF7BF2D6A4C}" presName="img" presStyleLbl="fgImgPlace1" presStyleIdx="4" presStyleCnt="5"/>
      <dgm:spPr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3000" b="-43000"/>
          </a:stretch>
        </a:blipFill>
      </dgm:spPr>
    </dgm:pt>
    <dgm:pt modelId="{397CF07C-F6FD-4494-A3C8-FFB0FA2E732A}" type="pres">
      <dgm:prSet presAssocID="{C861B4E5-2A11-425B-810D-DDF7BF2D6A4C}" presName="text" presStyleLbl="node1" presStyleIdx="4" presStyleCnt="5">
        <dgm:presLayoutVars>
          <dgm:bulletEnabled val="1"/>
        </dgm:presLayoutVars>
      </dgm:prSet>
      <dgm:spPr/>
    </dgm:pt>
  </dgm:ptLst>
  <dgm:cxnLst>
    <dgm:cxn modelId="{B879D402-BB1F-4046-865D-8D18A514E8BF}" type="presOf" srcId="{F0C1CC80-69CC-43AB-9F6D-7ADFDA19A780}" destId="{397CF07C-F6FD-4494-A3C8-FFB0FA2E732A}" srcOrd="1" destOrd="1" presId="urn:microsoft.com/office/officeart/2005/8/layout/vList4"/>
    <dgm:cxn modelId="{0D574F04-5CF3-4B03-BEA4-05DD2B82DD15}" type="presOf" srcId="{AB215D95-1AC0-4946-B8CE-30629AB67776}" destId="{9B45233D-017C-44C1-B472-E04A70A4DDFE}" srcOrd="1" destOrd="1" presId="urn:microsoft.com/office/officeart/2005/8/layout/vList4"/>
    <dgm:cxn modelId="{12D96C0A-4034-4306-863D-FE3648D9DD2C}" type="presOf" srcId="{C56B83DD-9C56-428C-8E6F-6D99C4EBCAD9}" destId="{083DE555-F62D-4EA1-A507-E3DDFB91384A}" srcOrd="0" destOrd="0" presId="urn:microsoft.com/office/officeart/2005/8/layout/vList4"/>
    <dgm:cxn modelId="{DA56F315-FA93-4CAF-8F9E-6D7754B01E6F}" srcId="{86C51275-2BBE-4F21-A426-918CD1CC3824}" destId="{AB215D95-1AC0-4946-B8CE-30629AB67776}" srcOrd="0" destOrd="0" parTransId="{5DE99F1A-EAC2-42E4-934B-E1AEA8CB8C1D}" sibTransId="{E4490545-F1A1-455B-80FC-8AB6054AFA8E}"/>
    <dgm:cxn modelId="{A327A216-4F5F-4A13-8F2A-425CFDECCBA6}" type="presOf" srcId="{C861B4E5-2A11-425B-810D-DDF7BF2D6A4C}" destId="{1E463E63-BBC6-4E13-898C-7FFC3C20FA78}" srcOrd="0" destOrd="0" presId="urn:microsoft.com/office/officeart/2005/8/layout/vList4"/>
    <dgm:cxn modelId="{3210C719-97A3-4F14-984B-CDF6A01DCC7B}" type="presOf" srcId="{F0C1CC80-69CC-43AB-9F6D-7ADFDA19A780}" destId="{1E463E63-BBC6-4E13-898C-7FFC3C20FA78}" srcOrd="0" destOrd="1" presId="urn:microsoft.com/office/officeart/2005/8/layout/vList4"/>
    <dgm:cxn modelId="{94DB3228-0C28-42BB-877C-79F80D50DF01}" srcId="{86C51275-2BBE-4F21-A426-918CD1CC3824}" destId="{7C8E3464-C0CD-4C95-A0B2-848758223684}" srcOrd="1" destOrd="0" parTransId="{13C69387-5280-427B-9D1F-68DC77A6D61E}" sibTransId="{75375448-548E-4221-A4D3-8CFEC4C99D8D}"/>
    <dgm:cxn modelId="{21AC8628-8032-46A3-A569-3D94D25B3579}" srcId="{78202208-64F1-49EB-80D9-14AB14B63482}" destId="{8A2B0FD7-83CE-473D-85B1-EE7612CD03DE}" srcOrd="1" destOrd="0" parTransId="{449186A7-4A8A-4414-8603-6774655178D1}" sibTransId="{FFD1A982-B735-47F1-B61E-6B2CF798E62D}"/>
    <dgm:cxn modelId="{4A1ADF29-716D-4B75-8E39-A0C1E10E9011}" type="presOf" srcId="{C56B83DD-9C56-428C-8E6F-6D99C4EBCAD9}" destId="{BE4CE28D-D266-421F-BAA4-AD2EAB3FAB04}" srcOrd="1" destOrd="0" presId="urn:microsoft.com/office/officeart/2005/8/layout/vList4"/>
    <dgm:cxn modelId="{5432BB32-69E7-4215-9C2B-F89334A586C9}" type="presOf" srcId="{5267D87B-4886-47FD-B07E-7F74D2206ACF}" destId="{2F4BEE07-0CC5-40B0-8CE7-75FBBC79A820}" srcOrd="0" destOrd="1" presId="urn:microsoft.com/office/officeart/2005/8/layout/vList4"/>
    <dgm:cxn modelId="{3F91343E-D7CC-40AB-82E4-028EBB17E59A}" type="presOf" srcId="{C861B4E5-2A11-425B-810D-DDF7BF2D6A4C}" destId="{397CF07C-F6FD-4494-A3C8-FFB0FA2E732A}" srcOrd="1" destOrd="0" presId="urn:microsoft.com/office/officeart/2005/8/layout/vList4"/>
    <dgm:cxn modelId="{ED1C2041-430C-422A-914F-2925D2597B38}" type="presOf" srcId="{AB215D95-1AC0-4946-B8CE-30629AB67776}" destId="{8A7C3711-0F41-464E-9E53-9BD4870B1391}" srcOrd="0" destOrd="1" presId="urn:microsoft.com/office/officeart/2005/8/layout/vList4"/>
    <dgm:cxn modelId="{06072268-ACBF-4DD8-8054-03021A590173}" srcId="{DBAA7A41-F079-46AF-B4F8-72D723248B67}" destId="{AC2448AD-E429-4252-B9C5-ADAB249DBD04}" srcOrd="0" destOrd="0" parTransId="{26A7E876-6BF8-4BED-B0FD-0ABE4E172F10}" sibTransId="{30BB4452-3E8A-48E3-98DF-127CCB344652}"/>
    <dgm:cxn modelId="{A2AD5248-165D-44F9-BEFA-A82DAC5E01A0}" type="presOf" srcId="{78202208-64F1-49EB-80D9-14AB14B63482}" destId="{D26DCD8B-ADFE-4051-8E4E-B77F7A87F846}" srcOrd="0" destOrd="0" presId="urn:microsoft.com/office/officeart/2005/8/layout/vList4"/>
    <dgm:cxn modelId="{A6D28B4F-AF2A-42E1-BFC7-5999ABDA150B}" type="presOf" srcId="{DBAA7A41-F079-46AF-B4F8-72D723248B67}" destId="{8CC20E6E-EC5B-4744-83F8-16907EB98BC9}" srcOrd="1" destOrd="0" presId="urn:microsoft.com/office/officeart/2005/8/layout/vList4"/>
    <dgm:cxn modelId="{EFA96070-CAD6-4A88-B964-3A4D7A344629}" type="presOf" srcId="{8A2B0FD7-83CE-473D-85B1-EE7612CD03DE}" destId="{E24D74DF-F5C8-493C-B4F9-7DBA90B752AB}" srcOrd="1" destOrd="0" presId="urn:microsoft.com/office/officeart/2005/8/layout/vList4"/>
    <dgm:cxn modelId="{2E4BA871-ED75-42E8-9104-34D75522CF92}" type="presOf" srcId="{7C8E3464-C0CD-4C95-A0B2-848758223684}" destId="{9B45233D-017C-44C1-B472-E04A70A4DDFE}" srcOrd="1" destOrd="2" presId="urn:microsoft.com/office/officeart/2005/8/layout/vList4"/>
    <dgm:cxn modelId="{A77D1057-4AAB-4078-B4B8-25673A369765}" srcId="{8A2B0FD7-83CE-473D-85B1-EE7612CD03DE}" destId="{5267D87B-4886-47FD-B07E-7F74D2206ACF}" srcOrd="0" destOrd="0" parTransId="{5DF83AF4-507D-4568-BBED-E783F9BEFA8C}" sibTransId="{85568567-7D8D-448D-9D21-F789FDD72E0B}"/>
    <dgm:cxn modelId="{F09A8C57-B24D-4327-A625-8E2085B490E6}" type="presOf" srcId="{8A2B0FD7-83CE-473D-85B1-EE7612CD03DE}" destId="{2F4BEE07-0CC5-40B0-8CE7-75FBBC79A820}" srcOrd="0" destOrd="0" presId="urn:microsoft.com/office/officeart/2005/8/layout/vList4"/>
    <dgm:cxn modelId="{30FEFB83-587D-4624-A996-1D74D87E1ABB}" type="presOf" srcId="{DBAA7A41-F079-46AF-B4F8-72D723248B67}" destId="{FBE51363-1A99-401F-8699-55BCB5FB6082}" srcOrd="0" destOrd="0" presId="urn:microsoft.com/office/officeart/2005/8/layout/vList4"/>
    <dgm:cxn modelId="{118AC394-B35D-46B3-8D10-97F94778624B}" srcId="{78202208-64F1-49EB-80D9-14AB14B63482}" destId="{86C51275-2BBE-4F21-A426-918CD1CC3824}" srcOrd="0" destOrd="0" parTransId="{F798E7B8-FE7B-48C5-AAEE-DFA453BA9832}" sibTransId="{C4E87263-9CA9-46A0-9D48-268F1D1AD8B7}"/>
    <dgm:cxn modelId="{BE23A699-E06B-4EFD-B816-53629543882B}" srcId="{C861B4E5-2A11-425B-810D-DDF7BF2D6A4C}" destId="{F0C1CC80-69CC-43AB-9F6D-7ADFDA19A780}" srcOrd="0" destOrd="0" parTransId="{F4D4BD4E-05BF-4616-BD32-E47C172FDF0D}" sibTransId="{2E38ADDC-D5AE-4EFC-985B-68FCD977EB29}"/>
    <dgm:cxn modelId="{FA52B4A6-11E1-46BA-B3B9-F45EDC5AC869}" type="presOf" srcId="{AC2448AD-E429-4252-B9C5-ADAB249DBD04}" destId="{FBE51363-1A99-401F-8699-55BCB5FB6082}" srcOrd="0" destOrd="1" presId="urn:microsoft.com/office/officeart/2005/8/layout/vList4"/>
    <dgm:cxn modelId="{67D1F9A7-B888-4239-88C0-557C6CF01394}" type="presOf" srcId="{A457D341-B595-4FE6-8BBF-FE453735DF38}" destId="{BE4CE28D-D266-421F-BAA4-AD2EAB3FAB04}" srcOrd="1" destOrd="1" presId="urn:microsoft.com/office/officeart/2005/8/layout/vList4"/>
    <dgm:cxn modelId="{03404AA9-BF05-4DCD-80B9-F680905CE12C}" type="presOf" srcId="{AC2448AD-E429-4252-B9C5-ADAB249DBD04}" destId="{8CC20E6E-EC5B-4744-83F8-16907EB98BC9}" srcOrd="1" destOrd="1" presId="urn:microsoft.com/office/officeart/2005/8/layout/vList4"/>
    <dgm:cxn modelId="{A7E92CAB-4749-4662-B057-19D2194C806D}" srcId="{78202208-64F1-49EB-80D9-14AB14B63482}" destId="{DBAA7A41-F079-46AF-B4F8-72D723248B67}" srcOrd="3" destOrd="0" parTransId="{F4A9EAB9-0D0C-4631-8F01-9EEA8CF0D448}" sibTransId="{335219C1-081A-4C6B-9B88-2E415E181608}"/>
    <dgm:cxn modelId="{0D6F07B2-9E58-4A84-9B01-EF128888F989}" type="presOf" srcId="{7C8E3464-C0CD-4C95-A0B2-848758223684}" destId="{8A7C3711-0F41-464E-9E53-9BD4870B1391}" srcOrd="0" destOrd="2" presId="urn:microsoft.com/office/officeart/2005/8/layout/vList4"/>
    <dgm:cxn modelId="{008894BD-14BA-40C7-BFBA-5D24D702BA50}" srcId="{C56B83DD-9C56-428C-8E6F-6D99C4EBCAD9}" destId="{A457D341-B595-4FE6-8BBF-FE453735DF38}" srcOrd="0" destOrd="0" parTransId="{F09AEF76-C3B0-4BC9-B831-3616A9AE06E9}" sibTransId="{CA748E9B-7783-4569-8801-C6EFAD2C0A3E}"/>
    <dgm:cxn modelId="{8DBFF9C5-DD64-4E68-8E48-E3045F5E7750}" type="presOf" srcId="{86C51275-2BBE-4F21-A426-918CD1CC3824}" destId="{8A7C3711-0F41-464E-9E53-9BD4870B1391}" srcOrd="0" destOrd="0" presId="urn:microsoft.com/office/officeart/2005/8/layout/vList4"/>
    <dgm:cxn modelId="{038D3DCA-6BBC-415D-9C11-B4A8204ED5CC}" srcId="{78202208-64F1-49EB-80D9-14AB14B63482}" destId="{C861B4E5-2A11-425B-810D-DDF7BF2D6A4C}" srcOrd="4" destOrd="0" parTransId="{059F7A6C-BE36-436B-98D0-56779FCBCF7E}" sibTransId="{E09CBBD5-EA0B-484A-AF56-3639B59C5D73}"/>
    <dgm:cxn modelId="{DCC1D1E6-C46B-4DBF-8917-5977C960D16D}" type="presOf" srcId="{5267D87B-4886-47FD-B07E-7F74D2206ACF}" destId="{E24D74DF-F5C8-493C-B4F9-7DBA90B752AB}" srcOrd="1" destOrd="1" presId="urn:microsoft.com/office/officeart/2005/8/layout/vList4"/>
    <dgm:cxn modelId="{B3D496ED-C63D-47D7-8BD6-B9F5FAD4B2CF}" type="presOf" srcId="{86C51275-2BBE-4F21-A426-918CD1CC3824}" destId="{9B45233D-017C-44C1-B472-E04A70A4DDFE}" srcOrd="1" destOrd="0" presId="urn:microsoft.com/office/officeart/2005/8/layout/vList4"/>
    <dgm:cxn modelId="{DAF83AEE-56C2-4DEA-9598-2355D1FE3582}" type="presOf" srcId="{A457D341-B595-4FE6-8BBF-FE453735DF38}" destId="{083DE555-F62D-4EA1-A507-E3DDFB91384A}" srcOrd="0" destOrd="1" presId="urn:microsoft.com/office/officeart/2005/8/layout/vList4"/>
    <dgm:cxn modelId="{23BEA7FB-CBD8-4850-882C-F7359E3D3D4F}" srcId="{78202208-64F1-49EB-80D9-14AB14B63482}" destId="{C56B83DD-9C56-428C-8E6F-6D99C4EBCAD9}" srcOrd="2" destOrd="0" parTransId="{513F192A-9B2D-4DA5-832B-93DB16DE24E5}" sibTransId="{4BC0C139-0E79-410D-8421-0BEF09E533BC}"/>
    <dgm:cxn modelId="{397D880E-6CE5-49A3-9EEF-DB69E8776273}" type="presParOf" srcId="{D26DCD8B-ADFE-4051-8E4E-B77F7A87F846}" destId="{AB6AE2BA-5EC1-422E-AEBD-E92BA8471E5E}" srcOrd="0" destOrd="0" presId="urn:microsoft.com/office/officeart/2005/8/layout/vList4"/>
    <dgm:cxn modelId="{1E2BD66E-12D0-4D16-B11A-C3B770107C83}" type="presParOf" srcId="{AB6AE2BA-5EC1-422E-AEBD-E92BA8471E5E}" destId="{8A7C3711-0F41-464E-9E53-9BD4870B1391}" srcOrd="0" destOrd="0" presId="urn:microsoft.com/office/officeart/2005/8/layout/vList4"/>
    <dgm:cxn modelId="{D0BBE230-B93A-4CB2-B480-BB7288B85130}" type="presParOf" srcId="{AB6AE2BA-5EC1-422E-AEBD-E92BA8471E5E}" destId="{DD0620E3-CF6A-457B-B84A-0CD11CAD704D}" srcOrd="1" destOrd="0" presId="urn:microsoft.com/office/officeart/2005/8/layout/vList4"/>
    <dgm:cxn modelId="{7D1F6A95-77E7-435E-A8C1-94237305534F}" type="presParOf" srcId="{AB6AE2BA-5EC1-422E-AEBD-E92BA8471E5E}" destId="{9B45233D-017C-44C1-B472-E04A70A4DDFE}" srcOrd="2" destOrd="0" presId="urn:microsoft.com/office/officeart/2005/8/layout/vList4"/>
    <dgm:cxn modelId="{DB5AB899-EA0E-4AF4-B7F3-57CD78A7C674}" type="presParOf" srcId="{D26DCD8B-ADFE-4051-8E4E-B77F7A87F846}" destId="{68363AC8-9FBE-453F-81F2-F12BE2FDB255}" srcOrd="1" destOrd="0" presId="urn:microsoft.com/office/officeart/2005/8/layout/vList4"/>
    <dgm:cxn modelId="{D7373068-6DA4-4549-BE3B-AC042FD801A2}" type="presParOf" srcId="{D26DCD8B-ADFE-4051-8E4E-B77F7A87F846}" destId="{204A1346-ABEF-4B4E-B1EB-900246FAA32E}" srcOrd="2" destOrd="0" presId="urn:microsoft.com/office/officeart/2005/8/layout/vList4"/>
    <dgm:cxn modelId="{3C42928E-A676-46B9-B293-B4095CCB13E4}" type="presParOf" srcId="{204A1346-ABEF-4B4E-B1EB-900246FAA32E}" destId="{2F4BEE07-0CC5-40B0-8CE7-75FBBC79A820}" srcOrd="0" destOrd="0" presId="urn:microsoft.com/office/officeart/2005/8/layout/vList4"/>
    <dgm:cxn modelId="{A244A3EE-4888-4222-AAE6-6D75F37BC1AB}" type="presParOf" srcId="{204A1346-ABEF-4B4E-B1EB-900246FAA32E}" destId="{72008E7A-732A-468D-9D77-272E7F9FA3FD}" srcOrd="1" destOrd="0" presId="urn:microsoft.com/office/officeart/2005/8/layout/vList4"/>
    <dgm:cxn modelId="{3F30FFBB-0BAD-4ACE-9FE6-BFAB8E5AF57E}" type="presParOf" srcId="{204A1346-ABEF-4B4E-B1EB-900246FAA32E}" destId="{E24D74DF-F5C8-493C-B4F9-7DBA90B752AB}" srcOrd="2" destOrd="0" presId="urn:microsoft.com/office/officeart/2005/8/layout/vList4"/>
    <dgm:cxn modelId="{F4C8DE98-0A58-481D-AEAD-CCA8669E546F}" type="presParOf" srcId="{D26DCD8B-ADFE-4051-8E4E-B77F7A87F846}" destId="{1813738D-0CDE-4E26-B75A-54403A49472F}" srcOrd="3" destOrd="0" presId="urn:microsoft.com/office/officeart/2005/8/layout/vList4"/>
    <dgm:cxn modelId="{C8422EF8-BA0E-45A8-AA0A-9612D4F5A5E2}" type="presParOf" srcId="{D26DCD8B-ADFE-4051-8E4E-B77F7A87F846}" destId="{AA05D679-4FCE-470E-8DFF-B281BF6DBF4B}" srcOrd="4" destOrd="0" presId="urn:microsoft.com/office/officeart/2005/8/layout/vList4"/>
    <dgm:cxn modelId="{88584A25-8235-4738-A46E-9C36E5C33CFE}" type="presParOf" srcId="{AA05D679-4FCE-470E-8DFF-B281BF6DBF4B}" destId="{083DE555-F62D-4EA1-A507-E3DDFB91384A}" srcOrd="0" destOrd="0" presId="urn:microsoft.com/office/officeart/2005/8/layout/vList4"/>
    <dgm:cxn modelId="{14EBE2D6-E10B-4A18-BDE4-9696455E6141}" type="presParOf" srcId="{AA05D679-4FCE-470E-8DFF-B281BF6DBF4B}" destId="{1C181D42-4659-4BFC-B202-B6CC2454E87D}" srcOrd="1" destOrd="0" presId="urn:microsoft.com/office/officeart/2005/8/layout/vList4"/>
    <dgm:cxn modelId="{B6613B96-009D-4BD7-9420-9389CB44BB35}" type="presParOf" srcId="{AA05D679-4FCE-470E-8DFF-B281BF6DBF4B}" destId="{BE4CE28D-D266-421F-BAA4-AD2EAB3FAB04}" srcOrd="2" destOrd="0" presId="urn:microsoft.com/office/officeart/2005/8/layout/vList4"/>
    <dgm:cxn modelId="{1ED460E3-CBA3-4C86-86B4-F24DA5A4FA87}" type="presParOf" srcId="{D26DCD8B-ADFE-4051-8E4E-B77F7A87F846}" destId="{D45346BF-00CF-4673-9BCD-B03CD9DA27F5}" srcOrd="5" destOrd="0" presId="urn:microsoft.com/office/officeart/2005/8/layout/vList4"/>
    <dgm:cxn modelId="{5D433DF1-BE05-4522-B3E6-A35CA8922B31}" type="presParOf" srcId="{D26DCD8B-ADFE-4051-8E4E-B77F7A87F846}" destId="{9FB8FA85-DF82-4543-B018-7FBD19C7ADE6}" srcOrd="6" destOrd="0" presId="urn:microsoft.com/office/officeart/2005/8/layout/vList4"/>
    <dgm:cxn modelId="{B0DBE034-67E6-41A7-9171-EDD9DAE955D8}" type="presParOf" srcId="{9FB8FA85-DF82-4543-B018-7FBD19C7ADE6}" destId="{FBE51363-1A99-401F-8699-55BCB5FB6082}" srcOrd="0" destOrd="0" presId="urn:microsoft.com/office/officeart/2005/8/layout/vList4"/>
    <dgm:cxn modelId="{38614D50-8ED5-4D6A-B360-009E3A26E8B8}" type="presParOf" srcId="{9FB8FA85-DF82-4543-B018-7FBD19C7ADE6}" destId="{14E26410-B7ED-4281-AB27-7E2D7FB30E5A}" srcOrd="1" destOrd="0" presId="urn:microsoft.com/office/officeart/2005/8/layout/vList4"/>
    <dgm:cxn modelId="{D1ADF912-9319-467F-89D5-AE3F9E0DC837}" type="presParOf" srcId="{9FB8FA85-DF82-4543-B018-7FBD19C7ADE6}" destId="{8CC20E6E-EC5B-4744-83F8-16907EB98BC9}" srcOrd="2" destOrd="0" presId="urn:microsoft.com/office/officeart/2005/8/layout/vList4"/>
    <dgm:cxn modelId="{C270CE8E-4580-4674-870F-E1701A2A6024}" type="presParOf" srcId="{D26DCD8B-ADFE-4051-8E4E-B77F7A87F846}" destId="{E6CD87FA-0FA3-4BAB-87D2-C6B6E00245B6}" srcOrd="7" destOrd="0" presId="urn:microsoft.com/office/officeart/2005/8/layout/vList4"/>
    <dgm:cxn modelId="{671ED11A-FB7B-4FD1-A772-DAB0377A0E52}" type="presParOf" srcId="{D26DCD8B-ADFE-4051-8E4E-B77F7A87F846}" destId="{B83B3AD3-F5DC-40B2-BEF4-6DE38299CF33}" srcOrd="8" destOrd="0" presId="urn:microsoft.com/office/officeart/2005/8/layout/vList4"/>
    <dgm:cxn modelId="{3A741F06-99D4-4770-B770-5C962E68C592}" type="presParOf" srcId="{B83B3AD3-F5DC-40B2-BEF4-6DE38299CF33}" destId="{1E463E63-BBC6-4E13-898C-7FFC3C20FA78}" srcOrd="0" destOrd="0" presId="urn:microsoft.com/office/officeart/2005/8/layout/vList4"/>
    <dgm:cxn modelId="{322807F9-1F21-4055-B736-4C35C1556347}" type="presParOf" srcId="{B83B3AD3-F5DC-40B2-BEF4-6DE38299CF33}" destId="{22DF8BDC-C276-4660-AAA2-7F0A5F220FA3}" srcOrd="1" destOrd="0" presId="urn:microsoft.com/office/officeart/2005/8/layout/vList4"/>
    <dgm:cxn modelId="{02CE3D0B-35FB-4756-95CA-C0E01FC994FB}" type="presParOf" srcId="{B83B3AD3-F5DC-40B2-BEF4-6DE38299CF33}" destId="{397CF07C-F6FD-4494-A3C8-FFB0FA2E732A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C3711-0F41-464E-9E53-9BD4870B1391}">
      <dsp:nvSpPr>
        <dsp:cNvPr id="0" name=""/>
        <dsp:cNvSpPr/>
      </dsp:nvSpPr>
      <dsp:spPr>
        <a:xfrm>
          <a:off x="0" y="0"/>
          <a:ext cx="5358581" cy="95769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>
              <a:solidFill>
                <a:schemeClr val="tx1"/>
              </a:solidFill>
            </a:rPr>
            <a:t>Silvia </a:t>
          </a:r>
          <a:r>
            <a:rPr lang="it-IT" sz="1800" b="1" kern="1200">
              <a:solidFill>
                <a:schemeClr val="tx1"/>
              </a:solidFill>
              <a:latin typeface="Calibri Light" panose="020F0302020204030204"/>
            </a:rPr>
            <a:t>Gialloreto</a:t>
          </a:r>
          <a:endParaRPr lang="it-IT" sz="1800" b="1" kern="120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kern="1200">
              <a:solidFill>
                <a:schemeClr val="tx1"/>
              </a:solidFill>
            </a:rPr>
            <a:t>Project Manager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0" i="0" kern="1200">
              <a:solidFill>
                <a:schemeClr val="tx1"/>
              </a:solidFill>
            </a:rPr>
            <a:t>WP </a:t>
          </a:r>
          <a:r>
            <a:rPr lang="it-IT" sz="1400" b="0" i="0" kern="1200" err="1">
              <a:solidFill>
                <a:schemeClr val="tx1"/>
              </a:solidFill>
            </a:rPr>
            <a:t>Prototyping</a:t>
          </a:r>
          <a:r>
            <a:rPr lang="it-IT" sz="1400" b="0" i="0" kern="1200">
              <a:solidFill>
                <a:schemeClr val="tx1"/>
              </a:solidFill>
            </a:rPr>
            <a:t> and testing</a:t>
          </a:r>
        </a:p>
      </dsp:txBody>
      <dsp:txXfrm>
        <a:off x="1167485" y="0"/>
        <a:ext cx="4191095" cy="957694"/>
      </dsp:txXfrm>
    </dsp:sp>
    <dsp:sp modelId="{DD0620E3-CF6A-457B-B84A-0CD11CAD704D}">
      <dsp:nvSpPr>
        <dsp:cNvPr id="0" name=""/>
        <dsp:cNvSpPr/>
      </dsp:nvSpPr>
      <dsp:spPr>
        <a:xfrm>
          <a:off x="95769" y="95769"/>
          <a:ext cx="1071716" cy="76615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t="-35000" b="-3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BEE07-0CC5-40B0-8CE7-75FBBC79A820}">
      <dsp:nvSpPr>
        <dsp:cNvPr id="0" name=""/>
        <dsp:cNvSpPr/>
      </dsp:nvSpPr>
      <dsp:spPr>
        <a:xfrm>
          <a:off x="0" y="1053463"/>
          <a:ext cx="5358581" cy="957694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>
              <a:solidFill>
                <a:schemeClr val="tx1"/>
              </a:solidFill>
            </a:rPr>
            <a:t>Domiziana Berardino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0" i="0" kern="1200">
              <a:solidFill>
                <a:schemeClr val="tx1"/>
              </a:solidFill>
            </a:rPr>
            <a:t>WP </a:t>
          </a:r>
          <a:r>
            <a:rPr lang="it-IT" sz="1400" b="0" i="0" kern="1200" err="1">
              <a:solidFill>
                <a:schemeClr val="tx1"/>
              </a:solidFill>
            </a:rPr>
            <a:t>Anatomical</a:t>
          </a:r>
          <a:r>
            <a:rPr lang="it-IT" sz="1400" b="0" i="0" kern="1200">
              <a:solidFill>
                <a:schemeClr val="tx1"/>
              </a:solidFill>
            </a:rPr>
            <a:t> State of art</a:t>
          </a:r>
        </a:p>
      </dsp:txBody>
      <dsp:txXfrm>
        <a:off x="1167485" y="1053463"/>
        <a:ext cx="4191095" cy="957694"/>
      </dsp:txXfrm>
    </dsp:sp>
    <dsp:sp modelId="{72008E7A-732A-468D-9D77-272E7F9FA3FD}">
      <dsp:nvSpPr>
        <dsp:cNvPr id="0" name=""/>
        <dsp:cNvSpPr/>
      </dsp:nvSpPr>
      <dsp:spPr>
        <a:xfrm>
          <a:off x="95769" y="1149232"/>
          <a:ext cx="1071716" cy="76615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DE555-F62D-4EA1-A507-E3DDFB91384A}">
      <dsp:nvSpPr>
        <dsp:cNvPr id="0" name=""/>
        <dsp:cNvSpPr/>
      </dsp:nvSpPr>
      <dsp:spPr>
        <a:xfrm>
          <a:off x="0" y="2097599"/>
          <a:ext cx="5358581" cy="957694"/>
        </a:xfrm>
        <a:prstGeom prst="roundRect">
          <a:avLst>
            <a:gd name="adj" fmla="val 10000"/>
          </a:avLst>
        </a:prstGeom>
        <a:solidFill>
          <a:srgbClr val="E6B8B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>
              <a:solidFill>
                <a:schemeClr val="tx1"/>
              </a:solidFill>
            </a:rPr>
            <a:t>Alice Bonucci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0" i="0" kern="1200">
              <a:solidFill>
                <a:schemeClr val="tx1"/>
              </a:solidFill>
            </a:rPr>
            <a:t>WP EM Analysis and chip </a:t>
          </a:r>
          <a:r>
            <a:rPr lang="it-IT" sz="1400" b="0" i="0" kern="1200" err="1">
              <a:solidFill>
                <a:schemeClr val="tx1"/>
              </a:solidFill>
            </a:rPr>
            <a:t>selection</a:t>
          </a:r>
          <a:endParaRPr lang="it-IT" sz="1400" b="0" i="0" kern="1200">
            <a:solidFill>
              <a:schemeClr val="tx1"/>
            </a:solidFill>
          </a:endParaRPr>
        </a:p>
      </dsp:txBody>
      <dsp:txXfrm>
        <a:off x="1167485" y="2097599"/>
        <a:ext cx="4191095" cy="957694"/>
      </dsp:txXfrm>
    </dsp:sp>
    <dsp:sp modelId="{1C181D42-4659-4BFC-B202-B6CC2454E87D}">
      <dsp:nvSpPr>
        <dsp:cNvPr id="0" name=""/>
        <dsp:cNvSpPr/>
      </dsp:nvSpPr>
      <dsp:spPr>
        <a:xfrm>
          <a:off x="95769" y="2202696"/>
          <a:ext cx="1071716" cy="76615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E51363-1A99-401F-8699-55BCB5FB6082}">
      <dsp:nvSpPr>
        <dsp:cNvPr id="0" name=""/>
        <dsp:cNvSpPr/>
      </dsp:nvSpPr>
      <dsp:spPr>
        <a:xfrm>
          <a:off x="0" y="3151062"/>
          <a:ext cx="5358581" cy="957694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>
              <a:solidFill>
                <a:schemeClr val="tx1"/>
              </a:solidFill>
            </a:rPr>
            <a:t>Antonio </a:t>
          </a:r>
          <a:r>
            <a:rPr lang="it-IT" sz="1800" b="1" kern="1200">
              <a:solidFill>
                <a:schemeClr val="tx1"/>
              </a:solidFill>
              <a:latin typeface="Calibri Light" panose="020F0302020204030204"/>
            </a:rPr>
            <a:t>Giordano</a:t>
          </a:r>
          <a:endParaRPr lang="it-IT" sz="1800" b="1" kern="120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0" i="0" kern="1200">
              <a:solidFill>
                <a:schemeClr val="tx1"/>
              </a:solidFill>
            </a:rPr>
            <a:t>WP Preliminary Design</a:t>
          </a:r>
        </a:p>
      </dsp:txBody>
      <dsp:txXfrm>
        <a:off x="1167485" y="3151062"/>
        <a:ext cx="4191095" cy="957694"/>
      </dsp:txXfrm>
    </dsp:sp>
    <dsp:sp modelId="{14E26410-B7ED-4281-AB27-7E2D7FB30E5A}">
      <dsp:nvSpPr>
        <dsp:cNvPr id="0" name=""/>
        <dsp:cNvSpPr/>
      </dsp:nvSpPr>
      <dsp:spPr>
        <a:xfrm>
          <a:off x="95769" y="3256160"/>
          <a:ext cx="1071716" cy="766155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63E63-BBC6-4E13-898C-7FFC3C20FA78}">
      <dsp:nvSpPr>
        <dsp:cNvPr id="0" name=""/>
        <dsp:cNvSpPr/>
      </dsp:nvSpPr>
      <dsp:spPr>
        <a:xfrm>
          <a:off x="0" y="4204526"/>
          <a:ext cx="5358581" cy="957694"/>
        </a:xfrm>
        <a:prstGeom prst="roundRect">
          <a:avLst>
            <a:gd name="adj" fmla="val 10000"/>
          </a:avLst>
        </a:prstGeom>
        <a:solidFill>
          <a:srgbClr val="D7B8E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>
              <a:solidFill>
                <a:schemeClr val="tx1"/>
              </a:solidFill>
            </a:rPr>
            <a:t>Valerio Luzi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b="0" i="0" kern="1200">
              <a:solidFill>
                <a:schemeClr val="tx1"/>
              </a:solidFill>
            </a:rPr>
            <a:t>WP </a:t>
          </a:r>
          <a:r>
            <a:rPr lang="it-IT" sz="1400" b="0" i="0" kern="1200" err="1">
              <a:solidFill>
                <a:schemeClr val="tx1"/>
              </a:solidFill>
            </a:rPr>
            <a:t>Final</a:t>
          </a:r>
          <a:r>
            <a:rPr lang="it-IT" sz="1400" b="0" i="0" kern="1200">
              <a:solidFill>
                <a:schemeClr val="tx1"/>
              </a:solidFill>
            </a:rPr>
            <a:t> design and </a:t>
          </a:r>
          <a:r>
            <a:rPr lang="it-IT" sz="1400" b="0" i="0" kern="1200" err="1">
              <a:solidFill>
                <a:schemeClr val="tx1"/>
              </a:solidFill>
            </a:rPr>
            <a:t>validation</a:t>
          </a:r>
          <a:endParaRPr lang="it-IT" sz="1400" b="0" i="0" kern="1200">
            <a:solidFill>
              <a:schemeClr val="tx1"/>
            </a:solidFill>
          </a:endParaRPr>
        </a:p>
      </dsp:txBody>
      <dsp:txXfrm>
        <a:off x="1167485" y="4204526"/>
        <a:ext cx="4191095" cy="957694"/>
      </dsp:txXfrm>
    </dsp:sp>
    <dsp:sp modelId="{22DF8BDC-C276-4660-AAA2-7F0A5F220FA3}">
      <dsp:nvSpPr>
        <dsp:cNvPr id="0" name=""/>
        <dsp:cNvSpPr/>
      </dsp:nvSpPr>
      <dsp:spPr>
        <a:xfrm>
          <a:off x="95769" y="4309623"/>
          <a:ext cx="1071716" cy="766155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3000" b="-4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983A-6425-2141-9F43-39E5E7745742}" type="datetimeFigureOut">
              <a:rPr lang="it-IT" smtClean="0"/>
              <a:t>18/05/2025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E4CE6-0AC0-E44D-94E0-732FAD2AE76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400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2FC391-0479-4A70-8AC8-8F764AAA773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9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GAANT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3E4CE6-0AC0-E44D-94E0-732FAD2AE767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212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5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27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5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2940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64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3445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2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9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3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5457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80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146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Franklin Gothic Book" panose="020B05030201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4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414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8831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84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63848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35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06962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894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5180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34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14558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706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159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265D8A9-9CC6-468C-BD14-16D6904F1E95}" type="slidenum">
              <a:rPr lang="it-IT" smtClean="0"/>
              <a:t>‹N›</a:t>
            </a:fld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11297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43189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B635E-F5EC-405D-82B9-A2ABB8A8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239C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05235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272199"/>
            <a:ext cx="437893" cy="605937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08000" y="6344336"/>
            <a:ext cx="4314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4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8811807-2A74-9EAA-8BFD-BC7B0921E5F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3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6" r:id="rId13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176963"/>
            <a:ext cx="493311" cy="68262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81890" y="6356549"/>
            <a:ext cx="431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0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26F915-7A8E-61FC-1929-CAAE5142C42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6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  <p:sldLayoutId id="2147483691" r:id="rId13"/>
    <p:sldLayoutId id="2147483692" r:id="rId14"/>
    <p:sldLayoutId id="2147483693" r:id="rId15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6C2ACEAF-6931-6048-9058-EB8E92E72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7364" y="2839619"/>
            <a:ext cx="9837271" cy="1862669"/>
          </a:xfrm>
        </p:spPr>
        <p:txBody>
          <a:bodyPr>
            <a:normAutofit/>
          </a:bodyPr>
          <a:lstStyle/>
          <a:p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Wireless UHF RFID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based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bladder</a:t>
            </a:r>
            <a:r>
              <a:rPr lang="it-IT" sz="5400">
                <a:solidFill>
                  <a:srgbClr val="10036D"/>
                </a:solidFill>
                <a:latin typeface="Arial" panose="020B0604020202020204" pitchFamily="34" charset="0"/>
              </a:rPr>
              <a:t> pressure </a:t>
            </a:r>
            <a:r>
              <a:rPr lang="it-IT" sz="5400" err="1">
                <a:solidFill>
                  <a:srgbClr val="10036D"/>
                </a:solidFill>
                <a:latin typeface="Arial" panose="020B0604020202020204" pitchFamily="34" charset="0"/>
              </a:rPr>
              <a:t>sensor</a:t>
            </a:r>
            <a:endParaRPr lang="it-IT" sz="3000" b="0" i="1">
              <a:solidFill>
                <a:srgbClr val="10036D"/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2BAE768-4E6A-E840-B7B5-4D045C73B34E}"/>
              </a:ext>
            </a:extLst>
          </p:cNvPr>
          <p:cNvSpPr txBox="1">
            <a:spLocks/>
          </p:cNvSpPr>
          <p:nvPr/>
        </p:nvSpPr>
        <p:spPr>
          <a:xfrm>
            <a:off x="287821" y="638158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680A9F2-A430-874E-8228-994E40F61F2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CF159AA-BF05-B546-B125-18E15ECAF26C}"/>
              </a:ext>
            </a:extLst>
          </p:cNvPr>
          <p:cNvSpPr/>
          <p:nvPr/>
        </p:nvSpPr>
        <p:spPr>
          <a:xfrm>
            <a:off x="76199" y="5887092"/>
            <a:ext cx="4963887" cy="970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B823108-9897-C247-AF0F-D8C27D02E1B6}"/>
              </a:ext>
            </a:extLst>
          </p:cNvPr>
          <p:cNvSpPr txBox="1">
            <a:spLocks noChangeArrowheads="1"/>
          </p:cNvSpPr>
          <p:nvPr/>
        </p:nvSpPr>
        <p:spPr>
          <a:xfrm>
            <a:off x="1659421" y="5285828"/>
            <a:ext cx="2312861" cy="1349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aboratorio</a:t>
            </a:r>
            <a:r>
              <a:rPr lang="en-US" sz="1800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lettromagnetismo</a:t>
            </a:r>
            <a:r>
              <a:rPr lang="en-US" sz="1800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ervasivo</a:t>
            </a:r>
            <a:endParaRPr lang="en-US" sz="1800">
              <a:solidFill>
                <a:srgbClr val="002060"/>
              </a:solidFill>
              <a:effectLst>
                <a:outerShdw blurRad="288925" dir="2700000" algn="tl">
                  <a:srgbClr val="DDDDDD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8B164D0-FF84-F14C-9AF7-00FED4BF6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821" y="5072738"/>
            <a:ext cx="1340782" cy="16287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CA5A61-617F-9846-B258-D62BD53C5F7F}"/>
              </a:ext>
            </a:extLst>
          </p:cNvPr>
          <p:cNvSpPr txBox="1"/>
          <p:nvPr/>
        </p:nvSpPr>
        <p:spPr>
          <a:xfrm>
            <a:off x="3238262" y="1170027"/>
            <a:ext cx="57154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Sistemi Wearable e Telemetria Medica</a:t>
            </a:r>
          </a:p>
          <a:p>
            <a:pPr algn="ctr"/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A.A 2024-25</a:t>
            </a:r>
          </a:p>
          <a:p>
            <a:pPr algn="ctr"/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project)</a:t>
            </a:r>
          </a:p>
        </p:txBody>
      </p:sp>
      <p:sp>
        <p:nvSpPr>
          <p:cNvPr id="9" name="CasellaDiTesto 7">
            <a:extLst>
              <a:ext uri="{FF2B5EF4-FFF2-40B4-BE49-F238E27FC236}">
                <a16:creationId xmlns:a16="http://schemas.microsoft.com/office/drawing/2014/main" id="{217ED77A-7079-47BE-941F-2EEF719C7A53}"/>
              </a:ext>
            </a:extLst>
          </p:cNvPr>
          <p:cNvSpPr txBox="1"/>
          <p:nvPr/>
        </p:nvSpPr>
        <p:spPr>
          <a:xfrm>
            <a:off x="7560086" y="5640814"/>
            <a:ext cx="4198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Prof.		G. Marrocco </a:t>
            </a:r>
          </a:p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Tutor: 	              Ing. Francesca Nanni</a:t>
            </a:r>
          </a:p>
        </p:txBody>
      </p:sp>
    </p:spTree>
    <p:extLst>
      <p:ext uri="{BB962C8B-B14F-4D97-AF65-F5344CB8AC3E}">
        <p14:creationId xmlns:p14="http://schemas.microsoft.com/office/powerpoint/2010/main" val="117314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E57A-859F-AE42-B081-0AD4F8DE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157B8-9844-2EE7-1762-644BAEEB2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043" y="44439"/>
            <a:ext cx="10515600" cy="1325563"/>
          </a:xfrm>
        </p:spPr>
        <p:txBody>
          <a:bodyPr/>
          <a:lstStyle/>
          <a:p>
            <a:pPr algn="r"/>
            <a:r>
              <a:rPr lang="it-IT" b="1">
                <a:solidFill>
                  <a:srgbClr val="1338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it-IT" b="1" err="1">
                <a:solidFill>
                  <a:srgbClr val="1338C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</a:t>
            </a:r>
            <a:endParaRPr lang="it-IT" b="1">
              <a:solidFill>
                <a:srgbClr val="1338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E38BF6E3-C696-B58E-D004-99989F155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6934413"/>
              </p:ext>
            </p:extLst>
          </p:nvPr>
        </p:nvGraphicFramePr>
        <p:xfrm>
          <a:off x="2168012" y="1018437"/>
          <a:ext cx="5358581" cy="5175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Immagine 15" descr="Immagine che contiene vestiti, fiore, dipinto, Viso umano&#10;&#10;Il contenuto generato dall&amp;#39;IA potrebbe non essere corretto.">
            <a:extLst>
              <a:ext uri="{FF2B5EF4-FFF2-40B4-BE49-F238E27FC236}">
                <a16:creationId xmlns:a16="http://schemas.microsoft.com/office/drawing/2014/main" id="{9A5849C6-2BF7-5333-3746-E5C7AD122F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666" t="49379" r="22309" b="17579"/>
          <a:stretch>
            <a:fillRect/>
          </a:stretch>
        </p:blipFill>
        <p:spPr>
          <a:xfrm>
            <a:off x="2295362" y="4322590"/>
            <a:ext cx="1005917" cy="678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3" name="Immagine 52" descr="Immagine che contiene aria aperta, cielo, nuvola, calzature&#10;&#10;Il contenuto generato dall&amp;#39;IA potrebbe non essere corretto.">
            <a:extLst>
              <a:ext uri="{FF2B5EF4-FFF2-40B4-BE49-F238E27FC236}">
                <a16:creationId xmlns:a16="http://schemas.microsoft.com/office/drawing/2014/main" id="{824BD9CF-E32E-E6E6-3200-92640AB27D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4011" t="30101" r="36328" b="59293"/>
          <a:stretch>
            <a:fillRect/>
          </a:stretch>
        </p:blipFill>
        <p:spPr>
          <a:xfrm>
            <a:off x="2296359" y="3252849"/>
            <a:ext cx="1011368" cy="727455"/>
          </a:xfrm>
          <a:prstGeom prst="rect">
            <a:avLst/>
          </a:prstGeom>
        </p:spPr>
      </p:pic>
      <p:pic>
        <p:nvPicPr>
          <p:cNvPr id="52" name="Immagine 51" descr="Immagine che contiene vestiti, Viso umano, persona, edificio&#10;&#10;Il contenuto generato dall&amp;#39;IA potrebbe non essere corretto.">
            <a:extLst>
              <a:ext uri="{FF2B5EF4-FFF2-40B4-BE49-F238E27FC236}">
                <a16:creationId xmlns:a16="http://schemas.microsoft.com/office/drawing/2014/main" id="{40F061F1-CDC1-FAAD-4939-F4C9882AE5D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084" t="7639" r="21127" b="47917"/>
          <a:stretch>
            <a:fillRect/>
          </a:stretch>
        </p:blipFill>
        <p:spPr>
          <a:xfrm>
            <a:off x="2297198" y="2190254"/>
            <a:ext cx="1023773" cy="73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5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D52E-6FEE-698E-3B2E-A5B72B77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5A7F062D-E467-CADC-E814-B73E5800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84" y="0"/>
            <a:ext cx="8996516" cy="1325563"/>
          </a:xfrm>
        </p:spPr>
        <p:txBody>
          <a:bodyPr>
            <a:normAutofit fontScale="90000"/>
          </a:bodyPr>
          <a:lstStyle/>
          <a:p>
            <a:pPr algn="r"/>
            <a:r>
              <a:rPr lang="it-IT" sz="4400" b="1">
                <a:latin typeface="Arial"/>
                <a:cs typeface="Arial"/>
              </a:rPr>
              <a:t>Work Breakdown </a:t>
            </a:r>
            <a:r>
              <a:rPr lang="it-IT" sz="4400" b="1" err="1">
                <a:latin typeface="Arial"/>
                <a:cs typeface="Arial"/>
              </a:rPr>
              <a:t>Structure</a:t>
            </a:r>
            <a:r>
              <a:rPr lang="it-IT" sz="4400" b="1">
                <a:latin typeface="Arial"/>
                <a:cs typeface="Arial"/>
              </a:rPr>
              <a:t> </a:t>
            </a:r>
            <a:r>
              <a:rPr lang="it-IT" b="1">
                <a:latin typeface="Arial" panose="020B0604020202020204" pitchFamily="34" charset="0"/>
                <a:cs typeface="Arial" panose="020B0604020202020204" pitchFamily="34" charset="0"/>
              </a:rPr>
              <a:t>(WBS)</a:t>
            </a:r>
            <a:endParaRPr lang="it-IT" b="1">
              <a:solidFill>
                <a:srgbClr val="1338C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880A1C6-4551-03DF-7947-E0F053E065C8}"/>
              </a:ext>
            </a:extLst>
          </p:cNvPr>
          <p:cNvSpPr/>
          <p:nvPr/>
        </p:nvSpPr>
        <p:spPr>
          <a:xfrm>
            <a:off x="4260538" y="1168589"/>
            <a:ext cx="2686664" cy="705228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BLADDER PRESSURE SENSOR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BBBB80B9-349E-21A6-48D7-D235C857EC35}"/>
              </a:ext>
            </a:extLst>
          </p:cNvPr>
          <p:cNvSpPr/>
          <p:nvPr/>
        </p:nvSpPr>
        <p:spPr>
          <a:xfrm>
            <a:off x="2300739" y="2249737"/>
            <a:ext cx="1863863" cy="582462"/>
          </a:xfrm>
          <a:prstGeom prst="roundRect">
            <a:avLst/>
          </a:prstGeom>
          <a:solidFill>
            <a:srgbClr val="E6B8B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/>
              <a:t>EM Analysis and Chip </a:t>
            </a:r>
            <a:r>
              <a:rPr lang="it-IT" sz="1700" err="1"/>
              <a:t>Selection</a:t>
            </a:r>
            <a:endParaRPr lang="it-IT" sz="170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D09D3F1-1131-A22D-C1AE-5753522ACA52}"/>
              </a:ext>
            </a:extLst>
          </p:cNvPr>
          <p:cNvSpPr/>
          <p:nvPr/>
        </p:nvSpPr>
        <p:spPr>
          <a:xfrm>
            <a:off x="7036371" y="2293246"/>
            <a:ext cx="2128681" cy="537656"/>
          </a:xfrm>
          <a:prstGeom prst="roundRect">
            <a:avLst/>
          </a:prstGeom>
          <a:solidFill>
            <a:srgbClr val="CDC0DA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Final</a:t>
            </a:r>
            <a:r>
              <a:rPr lang="it-IT"/>
              <a:t> Design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8E47B690-A83A-EA56-7AE0-053C63D99180}"/>
              </a:ext>
            </a:extLst>
          </p:cNvPr>
          <p:cNvSpPr/>
          <p:nvPr/>
        </p:nvSpPr>
        <p:spPr>
          <a:xfrm>
            <a:off x="4539529" y="2257402"/>
            <a:ext cx="2128681" cy="573500"/>
          </a:xfrm>
          <a:prstGeom prst="roundRect">
            <a:avLst/>
          </a:prstGeom>
          <a:solidFill>
            <a:srgbClr val="D7E3BB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Preliminary Design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D292B8AB-5A73-1234-398F-69EC9EAFC5D3}"/>
              </a:ext>
            </a:extLst>
          </p:cNvPr>
          <p:cNvSpPr/>
          <p:nvPr/>
        </p:nvSpPr>
        <p:spPr>
          <a:xfrm>
            <a:off x="9614722" y="2279236"/>
            <a:ext cx="2128681" cy="551666"/>
          </a:xfrm>
          <a:prstGeom prst="roundRect">
            <a:avLst/>
          </a:prstGeom>
          <a:solidFill>
            <a:srgbClr val="F8BE9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Prototyping</a:t>
            </a:r>
            <a:r>
              <a:rPr lang="it-IT"/>
              <a:t> and Testing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26B2DF0-5C0C-76CF-6911-F6FC288915BF}"/>
              </a:ext>
            </a:extLst>
          </p:cNvPr>
          <p:cNvSpPr/>
          <p:nvPr/>
        </p:nvSpPr>
        <p:spPr>
          <a:xfrm>
            <a:off x="266303" y="2257402"/>
            <a:ext cx="1694876" cy="582462"/>
          </a:xfrm>
          <a:prstGeom prst="roundRect">
            <a:avLst/>
          </a:prstGeom>
          <a:solidFill>
            <a:srgbClr val="B8CCE4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State of art 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B6C81DEF-3B16-70C6-C7E7-0AB776F44442}"/>
              </a:ext>
            </a:extLst>
          </p:cNvPr>
          <p:cNvSpPr/>
          <p:nvPr/>
        </p:nvSpPr>
        <p:spPr>
          <a:xfrm>
            <a:off x="287831" y="3172908"/>
            <a:ext cx="1651820" cy="4916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Dimension</a:t>
            </a:r>
            <a:r>
              <a:rPr lang="it-IT" sz="1700"/>
              <a:t> and </a:t>
            </a:r>
            <a:r>
              <a:rPr lang="it-IT" sz="1700" err="1"/>
              <a:t>Material</a:t>
            </a:r>
            <a:endParaRPr lang="it-IT" sz="170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743E4CC-A7C4-1121-C57B-67052D36BB60}"/>
              </a:ext>
            </a:extLst>
          </p:cNvPr>
          <p:cNvSpPr/>
          <p:nvPr/>
        </p:nvSpPr>
        <p:spPr>
          <a:xfrm>
            <a:off x="287831" y="3977493"/>
            <a:ext cx="1651820" cy="4916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Implantation</a:t>
            </a:r>
            <a:r>
              <a:rPr lang="it-IT" sz="1700"/>
              <a:t> </a:t>
            </a:r>
            <a:r>
              <a:rPr lang="it-IT" sz="1700" err="1"/>
              <a:t>Procedures</a:t>
            </a:r>
            <a:endParaRPr lang="it-IT" sz="170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CD3D0BD-7A4B-C310-5894-7360C3028EAB}"/>
              </a:ext>
            </a:extLst>
          </p:cNvPr>
          <p:cNvSpPr/>
          <p:nvPr/>
        </p:nvSpPr>
        <p:spPr>
          <a:xfrm>
            <a:off x="287831" y="4791546"/>
            <a:ext cx="1651820" cy="4916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/>
              <a:t>Pressure Range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5864EEA-7CBA-CDFC-7DD8-01DD7DA9AA7F}"/>
              </a:ext>
            </a:extLst>
          </p:cNvPr>
          <p:cNvSpPr/>
          <p:nvPr/>
        </p:nvSpPr>
        <p:spPr>
          <a:xfrm>
            <a:off x="2406760" y="3120884"/>
            <a:ext cx="1651819" cy="51978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Theoretical</a:t>
            </a:r>
            <a:r>
              <a:rPr lang="it-IT" sz="1700"/>
              <a:t> Model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E6335C39-6BAD-43AF-622E-FE5ECDE2B294}"/>
              </a:ext>
            </a:extLst>
          </p:cNvPr>
          <p:cNvSpPr/>
          <p:nvPr/>
        </p:nvSpPr>
        <p:spPr>
          <a:xfrm>
            <a:off x="2406760" y="4800672"/>
            <a:ext cx="1651820" cy="51978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/>
              <a:t>Chip and Sensor </a:t>
            </a:r>
            <a:r>
              <a:rPr lang="it-IT" sz="1700" err="1"/>
              <a:t>Selection</a:t>
            </a:r>
            <a:endParaRPr lang="it-IT" sz="1700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5EA23D12-0405-A542-B78E-66A6381C8427}"/>
              </a:ext>
            </a:extLst>
          </p:cNvPr>
          <p:cNvSpPr/>
          <p:nvPr/>
        </p:nvSpPr>
        <p:spPr>
          <a:xfrm>
            <a:off x="2406760" y="3959455"/>
            <a:ext cx="1651819" cy="52243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/>
              <a:t>Link Budget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D7AF7ED0-9B58-88F2-F8BE-9C629C83F1CE}"/>
              </a:ext>
            </a:extLst>
          </p:cNvPr>
          <p:cNvSpPr/>
          <p:nvPr/>
        </p:nvSpPr>
        <p:spPr>
          <a:xfrm>
            <a:off x="7322932" y="3999175"/>
            <a:ext cx="1576848" cy="486694"/>
          </a:xfrm>
          <a:prstGeom prst="roundRect">
            <a:avLst/>
          </a:prstGeom>
          <a:ln>
            <a:solidFill>
              <a:srgbClr val="CC99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Validation</a:t>
            </a:r>
            <a:endParaRPr lang="it-IT" sz="170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011C076E-97D9-C8EF-C477-C0E22629DC1A}"/>
              </a:ext>
            </a:extLst>
          </p:cNvPr>
          <p:cNvSpPr/>
          <p:nvPr/>
        </p:nvSpPr>
        <p:spPr>
          <a:xfrm>
            <a:off x="9853152" y="4791545"/>
            <a:ext cx="1651820" cy="491614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600" err="1"/>
              <a:t>Results</a:t>
            </a:r>
            <a:r>
              <a:rPr lang="it-IT" sz="1600"/>
              <a:t> Analysis and Presentation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8F9A58EB-E5DA-912D-0799-89F180E66D38}"/>
              </a:ext>
            </a:extLst>
          </p:cNvPr>
          <p:cNvSpPr/>
          <p:nvPr/>
        </p:nvSpPr>
        <p:spPr>
          <a:xfrm>
            <a:off x="4838183" y="3991893"/>
            <a:ext cx="1531375" cy="491612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Impedence</a:t>
            </a:r>
            <a:r>
              <a:rPr lang="it-IT" sz="1700"/>
              <a:t> Matching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E95DBF1-5045-17E5-1FC7-75C38851B301}"/>
              </a:ext>
            </a:extLst>
          </p:cNvPr>
          <p:cNvSpPr/>
          <p:nvPr/>
        </p:nvSpPr>
        <p:spPr>
          <a:xfrm>
            <a:off x="4838183" y="3108789"/>
            <a:ext cx="1531375" cy="554199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/>
              <a:t>Antenna </a:t>
            </a:r>
            <a:r>
              <a:rPr lang="it-IT" sz="1700" err="1"/>
              <a:t>Type</a:t>
            </a:r>
            <a:endParaRPr lang="it-IT" sz="1700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A05DE63-5659-EACD-11C7-421CC73365A3}"/>
              </a:ext>
            </a:extLst>
          </p:cNvPr>
          <p:cNvSpPr/>
          <p:nvPr/>
        </p:nvSpPr>
        <p:spPr>
          <a:xfrm>
            <a:off x="9853154" y="3982056"/>
            <a:ext cx="1651820" cy="491614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Measures</a:t>
            </a:r>
            <a:r>
              <a:rPr lang="it-IT" sz="1700"/>
              <a:t> and Testing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0BD10A37-EF50-9556-2A1E-C13C7294824A}"/>
              </a:ext>
            </a:extLst>
          </p:cNvPr>
          <p:cNvSpPr/>
          <p:nvPr/>
        </p:nvSpPr>
        <p:spPr>
          <a:xfrm>
            <a:off x="9853154" y="3134970"/>
            <a:ext cx="1651820" cy="491614"/>
          </a:xfrm>
          <a:prstGeom prst="round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Realization</a:t>
            </a:r>
            <a:endParaRPr lang="it-IT" sz="1700"/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C4A7B398-3F54-91A0-730A-FC75DAF0F868}"/>
              </a:ext>
            </a:extLst>
          </p:cNvPr>
          <p:cNvSpPr/>
          <p:nvPr/>
        </p:nvSpPr>
        <p:spPr>
          <a:xfrm>
            <a:off x="7345668" y="3120884"/>
            <a:ext cx="1531375" cy="537655"/>
          </a:xfrm>
          <a:prstGeom prst="roundRect">
            <a:avLst/>
          </a:prstGeom>
          <a:ln>
            <a:solidFill>
              <a:srgbClr val="CC99FF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700" err="1"/>
              <a:t>Final</a:t>
            </a:r>
            <a:r>
              <a:rPr lang="it-IT" sz="1700"/>
              <a:t> </a:t>
            </a:r>
            <a:r>
              <a:rPr lang="it-IT" sz="1700" err="1"/>
              <a:t>Simulation</a:t>
            </a:r>
            <a:endParaRPr lang="it-IT" sz="1700"/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4A10CB3A-FEF2-99A5-D12E-3CFCFFBD0D63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1113741" y="1521203"/>
            <a:ext cx="31467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F0C49250-DB0F-80FE-A8F0-C14A936DCE4E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113741" y="1521203"/>
            <a:ext cx="0" cy="736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diritto 41">
            <a:extLst>
              <a:ext uri="{FF2B5EF4-FFF2-40B4-BE49-F238E27FC236}">
                <a16:creationId xmlns:a16="http://schemas.microsoft.com/office/drawing/2014/main" id="{0FE4D588-436C-76D2-8646-43BE4DA0B471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1113741" y="2839864"/>
            <a:ext cx="0" cy="333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F7F45781-B262-C99A-4057-2055AD8FB38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113741" y="3664521"/>
            <a:ext cx="0" cy="3129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0D6DBBC2-53C0-8F88-C4DF-2B7236B157A4}"/>
              </a:ext>
            </a:extLst>
          </p:cNvPr>
          <p:cNvCxnSpPr>
            <a:stCxn id="11" idx="2"/>
            <a:endCxn id="11" idx="2"/>
          </p:cNvCxnSpPr>
          <p:nvPr/>
        </p:nvCxnSpPr>
        <p:spPr>
          <a:xfrm>
            <a:off x="1113741" y="446910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DA449FFD-11DD-6229-113C-C5F731FAAF6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113741" y="4469106"/>
            <a:ext cx="0" cy="322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diritto 56">
            <a:extLst>
              <a:ext uri="{FF2B5EF4-FFF2-40B4-BE49-F238E27FC236}">
                <a16:creationId xmlns:a16="http://schemas.microsoft.com/office/drawing/2014/main" id="{FA4433C0-3BDE-A605-BC8C-BC7080FCCCD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232671" y="1521203"/>
            <a:ext cx="0" cy="7285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938E3857-2F11-3630-2FEE-C77697257AAD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flipH="1">
            <a:off x="3232670" y="2832199"/>
            <a:ext cx="1" cy="288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36C54740-FCF5-3691-4D5C-20D2FF735018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3232670" y="3640670"/>
            <a:ext cx="0" cy="318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diritto 69">
            <a:extLst>
              <a:ext uri="{FF2B5EF4-FFF2-40B4-BE49-F238E27FC236}">
                <a16:creationId xmlns:a16="http://schemas.microsoft.com/office/drawing/2014/main" id="{B2245538-09F0-069F-9060-98024A4A4A40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>
            <a:off x="3232670" y="4481887"/>
            <a:ext cx="0" cy="318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ttore diritto 75">
            <a:extLst>
              <a:ext uri="{FF2B5EF4-FFF2-40B4-BE49-F238E27FC236}">
                <a16:creationId xmlns:a16="http://schemas.microsoft.com/office/drawing/2014/main" id="{AD6A33FA-D11C-981F-9CE0-8D2CB631C5D9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5603870" y="1873817"/>
            <a:ext cx="0" cy="383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diritto 80">
            <a:extLst>
              <a:ext uri="{FF2B5EF4-FFF2-40B4-BE49-F238E27FC236}">
                <a16:creationId xmlns:a16="http://schemas.microsoft.com/office/drawing/2014/main" id="{9F570984-8CEB-BFBF-01EA-CD05A03F0D19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>
            <a:off x="5603870" y="2830902"/>
            <a:ext cx="1" cy="2778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diritto 83">
            <a:extLst>
              <a:ext uri="{FF2B5EF4-FFF2-40B4-BE49-F238E27FC236}">
                <a16:creationId xmlns:a16="http://schemas.microsoft.com/office/drawing/2014/main" id="{6EE9BB71-7824-0E33-CBD5-C3857E735886}"/>
              </a:ext>
            </a:extLst>
          </p:cNvPr>
          <p:cNvCxnSpPr>
            <a:cxnSpLocks/>
            <a:stCxn id="19" idx="2"/>
            <a:endCxn id="18" idx="0"/>
          </p:cNvCxnSpPr>
          <p:nvPr/>
        </p:nvCxnSpPr>
        <p:spPr>
          <a:xfrm>
            <a:off x="5603871" y="3662988"/>
            <a:ext cx="0" cy="328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diritto 86">
            <a:extLst>
              <a:ext uri="{FF2B5EF4-FFF2-40B4-BE49-F238E27FC236}">
                <a16:creationId xmlns:a16="http://schemas.microsoft.com/office/drawing/2014/main" id="{492CD22F-D0A9-B9BF-8B4F-DAB418B53DD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6947202" y="1521203"/>
            <a:ext cx="37318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diritto 89">
            <a:extLst>
              <a:ext uri="{FF2B5EF4-FFF2-40B4-BE49-F238E27FC236}">
                <a16:creationId xmlns:a16="http://schemas.microsoft.com/office/drawing/2014/main" id="{98C1991F-6F89-D9FF-1829-E7ED92B1F6A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0679062" y="1543037"/>
            <a:ext cx="1" cy="736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40359B19-BC6C-06DB-4CE7-76F37DFBD9E0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10679063" y="2830902"/>
            <a:ext cx="1" cy="304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diritto 97">
            <a:extLst>
              <a:ext uri="{FF2B5EF4-FFF2-40B4-BE49-F238E27FC236}">
                <a16:creationId xmlns:a16="http://schemas.microsoft.com/office/drawing/2014/main" id="{EF5E9333-F3AA-AA40-1599-73B5826338B5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>
            <a:off x="10679064" y="3626584"/>
            <a:ext cx="0" cy="355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ttore diritto 100">
            <a:extLst>
              <a:ext uri="{FF2B5EF4-FFF2-40B4-BE49-F238E27FC236}">
                <a16:creationId xmlns:a16="http://schemas.microsoft.com/office/drawing/2014/main" id="{B1CDFCC8-B352-FB10-D65F-69BDB4DF875E}"/>
              </a:ext>
            </a:extLst>
          </p:cNvPr>
          <p:cNvCxnSpPr>
            <a:cxnSpLocks/>
            <a:stCxn id="20" idx="2"/>
            <a:endCxn id="17" idx="0"/>
          </p:cNvCxnSpPr>
          <p:nvPr/>
        </p:nvCxnSpPr>
        <p:spPr>
          <a:xfrm flipH="1">
            <a:off x="10679062" y="4473670"/>
            <a:ext cx="2" cy="317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diritto 103">
            <a:extLst>
              <a:ext uri="{FF2B5EF4-FFF2-40B4-BE49-F238E27FC236}">
                <a16:creationId xmlns:a16="http://schemas.microsoft.com/office/drawing/2014/main" id="{AC27445F-AF00-5FDB-4545-FFC523026D6B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8100711" y="1521203"/>
            <a:ext cx="1" cy="772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ttore diritto 106">
            <a:extLst>
              <a:ext uri="{FF2B5EF4-FFF2-40B4-BE49-F238E27FC236}">
                <a16:creationId xmlns:a16="http://schemas.microsoft.com/office/drawing/2014/main" id="{CD69A5E8-7160-A390-AE6A-125A03A3E9CF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8100712" y="2830902"/>
            <a:ext cx="10644" cy="289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diritto 109">
            <a:extLst>
              <a:ext uri="{FF2B5EF4-FFF2-40B4-BE49-F238E27FC236}">
                <a16:creationId xmlns:a16="http://schemas.microsoft.com/office/drawing/2014/main" id="{2DE6F556-45A1-8225-EEE7-CDC3CB251A25}"/>
              </a:ext>
            </a:extLst>
          </p:cNvPr>
          <p:cNvCxnSpPr>
            <a:cxnSpLocks/>
            <a:stCxn id="22" idx="2"/>
            <a:endCxn id="16" idx="0"/>
          </p:cNvCxnSpPr>
          <p:nvPr/>
        </p:nvCxnSpPr>
        <p:spPr>
          <a:xfrm>
            <a:off x="8111356" y="3658539"/>
            <a:ext cx="0" cy="340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Decisione 126">
            <a:extLst>
              <a:ext uri="{FF2B5EF4-FFF2-40B4-BE49-F238E27FC236}">
                <a16:creationId xmlns:a16="http://schemas.microsoft.com/office/drawing/2014/main" id="{CCF25F49-32E8-654D-A12A-95DDC28065F4}"/>
              </a:ext>
            </a:extLst>
          </p:cNvPr>
          <p:cNvSpPr/>
          <p:nvPr/>
        </p:nvSpPr>
        <p:spPr>
          <a:xfrm>
            <a:off x="3175520" y="2196999"/>
            <a:ext cx="114300" cy="105475"/>
          </a:xfrm>
          <a:prstGeom prst="flowChartDecisi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8" name="Decisione 127">
            <a:extLst>
              <a:ext uri="{FF2B5EF4-FFF2-40B4-BE49-F238E27FC236}">
                <a16:creationId xmlns:a16="http://schemas.microsoft.com/office/drawing/2014/main" id="{6FC81D44-AF49-146B-E311-82701D1202D5}"/>
              </a:ext>
            </a:extLst>
          </p:cNvPr>
          <p:cNvSpPr/>
          <p:nvPr/>
        </p:nvSpPr>
        <p:spPr>
          <a:xfrm>
            <a:off x="5546719" y="2204664"/>
            <a:ext cx="114300" cy="105475"/>
          </a:xfrm>
          <a:prstGeom prst="flowChartDecision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9" name="Decisione 128">
            <a:extLst>
              <a:ext uri="{FF2B5EF4-FFF2-40B4-BE49-F238E27FC236}">
                <a16:creationId xmlns:a16="http://schemas.microsoft.com/office/drawing/2014/main" id="{D426CB94-6057-7F5F-D07A-985F8ED64687}"/>
              </a:ext>
            </a:extLst>
          </p:cNvPr>
          <p:cNvSpPr/>
          <p:nvPr/>
        </p:nvSpPr>
        <p:spPr>
          <a:xfrm>
            <a:off x="8054205" y="2249736"/>
            <a:ext cx="114300" cy="105475"/>
          </a:xfrm>
          <a:prstGeom prst="flowChartDecisio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0" name="Decisione 129">
            <a:extLst>
              <a:ext uri="{FF2B5EF4-FFF2-40B4-BE49-F238E27FC236}">
                <a16:creationId xmlns:a16="http://schemas.microsoft.com/office/drawing/2014/main" id="{BE14E2C9-4633-600E-7FA5-AC3D1979A74D}"/>
              </a:ext>
            </a:extLst>
          </p:cNvPr>
          <p:cNvSpPr/>
          <p:nvPr/>
        </p:nvSpPr>
        <p:spPr>
          <a:xfrm>
            <a:off x="10621912" y="2226498"/>
            <a:ext cx="114300" cy="105475"/>
          </a:xfrm>
          <a:prstGeom prst="flowChartDecisio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1" name="Decisione 130">
            <a:extLst>
              <a:ext uri="{FF2B5EF4-FFF2-40B4-BE49-F238E27FC236}">
                <a16:creationId xmlns:a16="http://schemas.microsoft.com/office/drawing/2014/main" id="{9F69F311-BE78-D62C-15CA-923A0EAC9305}"/>
              </a:ext>
            </a:extLst>
          </p:cNvPr>
          <p:cNvSpPr/>
          <p:nvPr/>
        </p:nvSpPr>
        <p:spPr>
          <a:xfrm>
            <a:off x="1056591" y="2196999"/>
            <a:ext cx="114300" cy="105475"/>
          </a:xfrm>
          <a:prstGeom prst="flowChartDecisio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85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2D5B5F-CA82-796A-2E19-285DB003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8837" y="144203"/>
            <a:ext cx="10327398" cy="853536"/>
          </a:xfrm>
        </p:spPr>
        <p:txBody>
          <a:bodyPr/>
          <a:lstStyle/>
          <a:p>
            <a:r>
              <a:rPr lang="it-IT">
                <a:latin typeface="Arial" panose="020B0604020202020204" pitchFamily="34" charset="0"/>
              </a:rPr>
              <a:t>GANTT</a:t>
            </a:r>
          </a:p>
        </p:txBody>
      </p:sp>
      <p:pic>
        <p:nvPicPr>
          <p:cNvPr id="9" name="Immagine 8" descr="Immagine che contiene testo, schermata, numero, linea&#10;&#10;Il contenuto generato dall'IA potrebbe non essere corretto.">
            <a:extLst>
              <a:ext uri="{FF2B5EF4-FFF2-40B4-BE49-F238E27FC236}">
                <a16:creationId xmlns:a16="http://schemas.microsoft.com/office/drawing/2014/main" id="{4DC0AB93-B766-87F7-A033-072F40882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0" t="10322" r="1952" b="15842"/>
          <a:stretch/>
        </p:blipFill>
        <p:spPr>
          <a:xfrm>
            <a:off x="1221658" y="908286"/>
            <a:ext cx="9748684" cy="53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864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_un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_uni" id="{55AD8010-FE83-4F14-ABE2-BABB2EA50445}" vid="{1870E653-1F80-459C-9330-2F4422D101D2}"/>
    </a:ext>
  </a:extLst>
</a:theme>
</file>

<file path=ppt/theme/theme2.xml><?xml version="1.0" encoding="utf-8"?>
<a:theme xmlns:a="http://schemas.openxmlformats.org/drawingml/2006/main" name="LAB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B_template" id="{9DFF2ABC-D06F-447C-AEB7-12299DFB1B22}" vid="{FDC4B10C-3902-42F0-893F-4098321572BC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Tema_uni</Template>
  <TotalTime>0</TotalTime>
  <Words>135</Words>
  <Application>Microsoft Office PowerPoint</Application>
  <PresentationFormat>Widescreen</PresentationFormat>
  <Paragraphs>47</Paragraphs>
  <Slides>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Franklin Gothic Book</vt:lpstr>
      <vt:lpstr>Times New Roman</vt:lpstr>
      <vt:lpstr>Wingdings</vt:lpstr>
      <vt:lpstr>Tema_uni</vt:lpstr>
      <vt:lpstr>LAB_template</vt:lpstr>
      <vt:lpstr>Presentazione standard di PowerPoint</vt:lpstr>
      <vt:lpstr>Team members</vt:lpstr>
      <vt:lpstr>Work Breakdown Structure (WBS)</vt:lpstr>
      <vt:lpstr>GANTT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mancuso</dc:creator>
  <cp:lastModifiedBy>silvia gialloreto</cp:lastModifiedBy>
  <cp:revision>2</cp:revision>
  <dcterms:created xsi:type="dcterms:W3CDTF">2024-05-22T09:33:43Z</dcterms:created>
  <dcterms:modified xsi:type="dcterms:W3CDTF">2025-05-18T18:24:19Z</dcterms:modified>
</cp:coreProperties>
</file>